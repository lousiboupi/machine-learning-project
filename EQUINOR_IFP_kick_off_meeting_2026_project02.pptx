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 id="2147483675" r:id="rId2"/>
  </p:sldMasterIdLst>
  <p:notesMasterIdLst>
    <p:notesMasterId r:id="rId11"/>
  </p:notesMasterIdLst>
  <p:handoutMasterIdLst>
    <p:handoutMasterId r:id="rId12"/>
  </p:handoutMasterIdLst>
  <p:sldIdLst>
    <p:sldId id="256" r:id="rId3"/>
    <p:sldId id="281" r:id="rId4"/>
    <p:sldId id="284" r:id="rId5"/>
    <p:sldId id="265" r:id="rId6"/>
    <p:sldId id="285" r:id="rId7"/>
    <p:sldId id="275" r:id="rId8"/>
    <p:sldId id="276" r:id="rId9"/>
    <p:sldId id="280" r:id="rId10"/>
  </p:sldIdLst>
  <p:sldSz cx="12192000" cy="6858000"/>
  <p:notesSz cx="6858000" cy="9144000"/>
  <p:embeddedFontLst>
    <p:embeddedFont>
      <p:font typeface="Equinor" panose="020B0604020202020204" charset="0"/>
      <p:regular r:id="rId13"/>
      <p:bold r:id="rId14"/>
      <p:italic r:id="rId15"/>
      <p:boldItalic r:id="rId16"/>
    </p:embeddedFont>
    <p:embeddedFont>
      <p:font typeface="Equinor Light" panose="020B0604020202020204" charset="0"/>
      <p:regular r:id="rId17"/>
      <p:bold r:id="rId18"/>
      <p:italic r:id="rId19"/>
      <p:boldItalic r:id="rId20"/>
    </p:embeddedFont>
    <p:embeddedFont>
      <p:font typeface="Equinor Medium" panose="020B0604020202020204" charset="0"/>
      <p:regular r:id="rId21"/>
      <p:bold r:id="rId22"/>
      <p:italic r:id="rId23"/>
      <p:boldItalic r:id="rId24"/>
    </p:embeddedFont>
    <p:embeddedFont>
      <p:font typeface="Verdana" panose="020B0604030504040204" pitchFamily="3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F5FF"/>
    <a:srgbClr val="243746"/>
    <a:srgbClr val="D5EAF4"/>
    <a:srgbClr val="FF1243"/>
    <a:srgbClr val="FFE7D6"/>
    <a:srgbClr val="E6FAEC"/>
    <a:srgbClr val="333333"/>
    <a:srgbClr val="7D0023"/>
    <a:srgbClr val="D2EFE5"/>
    <a:srgbClr val="BDE4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98D9E8-67AF-4548-863E-0B088A8EB364}" v="1" dt="2026-01-20T17:44:07.2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0" autoAdjust="0"/>
    <p:restoredTop sz="77535" autoAdjust="0"/>
  </p:normalViewPr>
  <p:slideViewPr>
    <p:cSldViewPr snapToGrid="0" showGuides="1">
      <p:cViewPr varScale="1">
        <p:scale>
          <a:sx n="77" d="100"/>
          <a:sy n="77" d="100"/>
        </p:scale>
        <p:origin x="1686" y="294"/>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9" d="100"/>
          <a:sy n="89" d="100"/>
        </p:scale>
        <p:origin x="4114" y="91"/>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1.xml"/><Relationship Id="rId21" Type="http://schemas.openxmlformats.org/officeDocument/2006/relationships/font" Target="fonts/font9.fntdata"/><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handoutMaster" Target="handoutMasters/handoutMaster1.xml"/><Relationship Id="rId17" Type="http://schemas.openxmlformats.org/officeDocument/2006/relationships/font" Target="fonts/font5.fntdata"/><Relationship Id="rId25" Type="http://schemas.openxmlformats.org/officeDocument/2006/relationships/font" Target="fonts/font13.fntdata"/><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24" Type="http://schemas.openxmlformats.org/officeDocument/2006/relationships/font" Target="fonts/font12.fntdata"/><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8.xml"/><Relationship Id="rId19" Type="http://schemas.openxmlformats.org/officeDocument/2006/relationships/font" Target="fonts/font7.fntdata"/><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viewProps" Target="view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 Adolfo Escobar Betancourt" userId="c359d423-38da-4c51-8afb-ff2301d268c0" providerId="ADAL" clId="{2ADA61DA-D323-44A7-8679-1F8822629C68}"/>
    <pc:docChg chg="addSld modSld sldOrd">
      <pc:chgData name="Victor Adolfo Escobar Betancourt" userId="c359d423-38da-4c51-8afb-ff2301d268c0" providerId="ADAL" clId="{2ADA61DA-D323-44A7-8679-1F8822629C68}" dt="2026-01-20T17:44:40.066" v="101"/>
      <pc:docMkLst>
        <pc:docMk/>
      </pc:docMkLst>
      <pc:sldChg chg="modSp mod">
        <pc:chgData name="Victor Adolfo Escobar Betancourt" userId="c359d423-38da-4c51-8afb-ff2301d268c0" providerId="ADAL" clId="{2ADA61DA-D323-44A7-8679-1F8822629C68}" dt="2026-01-20T17:44:34.914" v="99" actId="20577"/>
        <pc:sldMkLst>
          <pc:docMk/>
          <pc:sldMk cId="4007871920" sldId="256"/>
        </pc:sldMkLst>
        <pc:spChg chg="mod">
          <ac:chgData name="Victor Adolfo Escobar Betancourt" userId="c359d423-38da-4c51-8afb-ff2301d268c0" providerId="ADAL" clId="{2ADA61DA-D323-44A7-8679-1F8822629C68}" dt="2026-01-20T17:44:34.914" v="99" actId="20577"/>
          <ac:spMkLst>
            <pc:docMk/>
            <pc:sldMk cId="4007871920" sldId="256"/>
            <ac:spMk id="5" creationId="{0F299EEB-2EDF-4743-87A3-C1D8EB199546}"/>
          </ac:spMkLst>
        </pc:spChg>
      </pc:sldChg>
      <pc:sldChg chg="mod ord modShow">
        <pc:chgData name="Victor Adolfo Escobar Betancourt" userId="c359d423-38da-4c51-8afb-ff2301d268c0" providerId="ADAL" clId="{2ADA61DA-D323-44A7-8679-1F8822629C68}" dt="2026-01-20T17:44:18.353" v="39"/>
        <pc:sldMkLst>
          <pc:docMk/>
          <pc:sldMk cId="2202877185" sldId="276"/>
        </pc:sldMkLst>
      </pc:sldChg>
      <pc:sldChg chg="mod ord modShow">
        <pc:chgData name="Victor Adolfo Escobar Betancourt" userId="c359d423-38da-4c51-8afb-ff2301d268c0" providerId="ADAL" clId="{2ADA61DA-D323-44A7-8679-1F8822629C68}" dt="2026-01-20T17:44:18.353" v="39"/>
        <pc:sldMkLst>
          <pc:docMk/>
          <pc:sldMk cId="1220038807" sldId="280"/>
        </pc:sldMkLst>
      </pc:sldChg>
      <pc:sldChg chg="add ord">
        <pc:chgData name="Victor Adolfo Escobar Betancourt" userId="c359d423-38da-4c51-8afb-ff2301d268c0" providerId="ADAL" clId="{2ADA61DA-D323-44A7-8679-1F8822629C68}" dt="2026-01-20T17:44:40.066" v="101"/>
        <pc:sldMkLst>
          <pc:docMk/>
          <pc:sldMk cId="1307121890" sldId="28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EC84AE-7282-4695-8716-C7A09A106E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BA54720E-115C-42D4-A6F4-FA2F6CC0A06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EA88EB-8FDD-45EC-96FC-94A1AF99DAFF}" type="datetimeFigureOut">
              <a:rPr lang="en-GB" smtClean="0"/>
              <a:t>20/01/2026</a:t>
            </a:fld>
            <a:endParaRPr lang="en-GB"/>
          </a:p>
        </p:txBody>
      </p:sp>
      <p:sp>
        <p:nvSpPr>
          <p:cNvPr id="4" name="Footer Placeholder 3">
            <a:extLst>
              <a:ext uri="{FF2B5EF4-FFF2-40B4-BE49-F238E27FC236}">
                <a16:creationId xmlns:a16="http://schemas.microsoft.com/office/drawing/2014/main" id="{4CECD3B8-7ADF-49DE-84B0-42BA73A8C7F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1A57CE3-8B90-4654-A56B-20F3524C0E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B76F21D-FBDA-415F-AD90-9EF411C40755}" type="slidenum">
              <a:rPr lang="en-GB" smtClean="0"/>
              <a:t>‹#›</a:t>
            </a:fld>
            <a:endParaRPr lang="en-GB"/>
          </a:p>
        </p:txBody>
      </p:sp>
    </p:spTree>
    <p:extLst>
      <p:ext uri="{BB962C8B-B14F-4D97-AF65-F5344CB8AC3E}">
        <p14:creationId xmlns:p14="http://schemas.microsoft.com/office/powerpoint/2010/main" val="32427565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35AAD9-D119-47C5-9471-94F136996FDC}" type="datetimeFigureOut">
              <a:rPr lang="en-GB" smtClean="0"/>
              <a:t>20/01/2026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C46255-B0A8-41CF-A15B-EB86725FC229}" type="slidenum">
              <a:rPr lang="en-GB" smtClean="0"/>
              <a:t>‹#›</a:t>
            </a:fld>
            <a:endParaRPr lang="en-GB"/>
          </a:p>
        </p:txBody>
      </p:sp>
    </p:spTree>
    <p:extLst>
      <p:ext uri="{BB962C8B-B14F-4D97-AF65-F5344CB8AC3E}">
        <p14:creationId xmlns:p14="http://schemas.microsoft.com/office/powerpoint/2010/main" val="900297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The production data of a single well will be divided into train and testing sets. </a:t>
            </a:r>
          </a:p>
          <a:p>
            <a:endParaRPr lang="en-US" dirty="0">
              <a:cs typeface="Calibri"/>
            </a:endParaRPr>
          </a:p>
          <a:p>
            <a:r>
              <a:rPr lang="en-US" dirty="0">
                <a:cs typeface="Calibri"/>
              </a:rPr>
              <a:t>02_production_data_forecast_using_data_driven_approaches</a:t>
            </a:r>
          </a:p>
        </p:txBody>
      </p:sp>
      <p:sp>
        <p:nvSpPr>
          <p:cNvPr id="4" name="Slide Number Placeholder 3"/>
          <p:cNvSpPr>
            <a:spLocks noGrp="1"/>
          </p:cNvSpPr>
          <p:nvPr>
            <p:ph type="sldNum" sz="quarter" idx="5"/>
          </p:nvPr>
        </p:nvSpPr>
        <p:spPr/>
        <p:txBody>
          <a:bodyPr/>
          <a:lstStyle/>
          <a:p>
            <a:fld id="{73C46255-B0A8-41CF-A15B-EB86725FC229}" type="slidenum">
              <a:rPr lang="en-GB" smtClean="0"/>
              <a:t>2</a:t>
            </a:fld>
            <a:endParaRPr lang="en-GB"/>
          </a:p>
        </p:txBody>
      </p:sp>
    </p:spTree>
    <p:extLst>
      <p:ext uri="{BB962C8B-B14F-4D97-AF65-F5344CB8AC3E}">
        <p14:creationId xmlns:p14="http://schemas.microsoft.com/office/powerpoint/2010/main" val="978542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dirty="0" err="1"/>
              <a:t>About</a:t>
            </a:r>
            <a:r>
              <a:rPr lang="nb-NO" dirty="0"/>
              <a:t> </a:t>
            </a:r>
            <a:r>
              <a:rPr lang="nb-NO" dirty="0" err="1"/>
              <a:t>comment</a:t>
            </a:r>
            <a:r>
              <a:rPr lang="nb-NO" dirty="0"/>
              <a:t>: </a:t>
            </a:r>
            <a:br>
              <a:rPr lang="nb-NO" dirty="0">
                <a:cs typeface="+mn-lt"/>
              </a:rPr>
            </a:br>
            <a:br>
              <a:rPr lang="nb-NO" dirty="0">
                <a:cs typeface="+mn-lt"/>
              </a:rPr>
            </a:br>
            <a:r>
              <a:rPr lang="nb-NO" dirty="0"/>
              <a:t>Even </a:t>
            </a:r>
            <a:r>
              <a:rPr lang="nb-NO" dirty="0" err="1"/>
              <a:t>though</a:t>
            </a:r>
            <a:r>
              <a:rPr lang="nb-NO" dirty="0"/>
              <a:t> it is a gas </a:t>
            </a:r>
            <a:r>
              <a:rPr lang="nb-NO" dirty="0" err="1"/>
              <a:t>field</a:t>
            </a:r>
            <a:r>
              <a:rPr lang="nb-NO" dirty="0"/>
              <a:t>, </a:t>
            </a:r>
            <a:r>
              <a:rPr lang="nb-NO" dirty="0" err="1"/>
              <a:t>some</a:t>
            </a:r>
            <a:r>
              <a:rPr lang="nb-NO" dirty="0"/>
              <a:t> F1 scores </a:t>
            </a:r>
            <a:r>
              <a:rPr lang="nb-NO" dirty="0" err="1"/>
              <a:t>obtained</a:t>
            </a:r>
            <a:r>
              <a:rPr lang="nb-NO" dirty="0"/>
              <a:t> by different </a:t>
            </a:r>
            <a:r>
              <a:rPr lang="nb-NO" dirty="0" err="1"/>
              <a:t>methods</a:t>
            </a:r>
            <a:r>
              <a:rPr lang="nb-NO" dirty="0"/>
              <a:t> range from 0,38 (SVM) to 0,52 (</a:t>
            </a:r>
            <a:r>
              <a:rPr lang="nb-NO" dirty="0" err="1"/>
              <a:t>Multilayer</a:t>
            </a:r>
            <a:r>
              <a:rPr lang="nb-NO" dirty="0"/>
              <a:t> </a:t>
            </a:r>
            <a:r>
              <a:rPr lang="nb-NO" dirty="0" err="1"/>
              <a:t>Perceptron</a:t>
            </a:r>
            <a:r>
              <a:rPr lang="nb-NO" dirty="0"/>
              <a:t>) The F1 score from the initial </a:t>
            </a:r>
            <a:r>
              <a:rPr lang="nb-NO" dirty="0" err="1"/>
              <a:t>publication</a:t>
            </a:r>
            <a:r>
              <a:rPr lang="nb-NO" dirty="0"/>
              <a:t> </a:t>
            </a:r>
            <a:r>
              <a:rPr lang="nb-NO" dirty="0" err="1"/>
              <a:t>was</a:t>
            </a:r>
            <a:r>
              <a:rPr lang="nb-NO" dirty="0"/>
              <a:t> 0.47. </a:t>
            </a:r>
            <a:br>
              <a:rPr lang="nb-NO" dirty="0">
                <a:cs typeface="+mn-lt"/>
              </a:rPr>
            </a:br>
            <a:r>
              <a:rPr lang="nb-NO" dirty="0" err="1"/>
              <a:t>Should</a:t>
            </a:r>
            <a:r>
              <a:rPr lang="nb-NO" dirty="0"/>
              <a:t> </a:t>
            </a:r>
            <a:r>
              <a:rPr lang="nb-NO" dirty="0" err="1"/>
              <a:t>we</a:t>
            </a:r>
            <a:r>
              <a:rPr lang="nb-NO" dirty="0"/>
              <a:t> </a:t>
            </a:r>
            <a:r>
              <a:rPr lang="nb-NO" dirty="0" err="1"/>
              <a:t>set</a:t>
            </a:r>
            <a:r>
              <a:rPr lang="nb-NO" dirty="0"/>
              <a:t> a test and </a:t>
            </a:r>
            <a:r>
              <a:rPr lang="nb-NO" dirty="0" err="1"/>
              <a:t>train</a:t>
            </a:r>
            <a:r>
              <a:rPr lang="nb-NO" dirty="0"/>
              <a:t> data?</a:t>
            </a:r>
          </a:p>
          <a:p>
            <a:endParaRPr lang="en-GB" dirty="0"/>
          </a:p>
          <a:p>
            <a:r>
              <a:rPr lang="en-GB" dirty="0">
                <a:cs typeface="Calibri" panose="020F0502020204030204"/>
              </a:rPr>
              <a:t>9 wells + 1 </a:t>
            </a:r>
            <a:r>
              <a:rPr lang="en-GB" dirty="0" err="1">
                <a:cs typeface="Calibri" panose="020F0502020204030204"/>
              </a:rPr>
              <a:t>pseudowell</a:t>
            </a:r>
            <a:r>
              <a:rPr lang="en-GB" dirty="0">
                <a:cs typeface="Calibri" panose="020F0502020204030204"/>
              </a:rPr>
              <a:t>. 4149 observations in total</a:t>
            </a:r>
          </a:p>
        </p:txBody>
      </p:sp>
      <p:sp>
        <p:nvSpPr>
          <p:cNvPr id="4" name="Slide Number Placeholder 3"/>
          <p:cNvSpPr>
            <a:spLocks noGrp="1"/>
          </p:cNvSpPr>
          <p:nvPr>
            <p:ph type="sldNum" sz="quarter" idx="5"/>
          </p:nvPr>
        </p:nvSpPr>
        <p:spPr/>
        <p:txBody>
          <a:bodyPr/>
          <a:lstStyle/>
          <a:p>
            <a:fld id="{73C46255-B0A8-41CF-A15B-EB86725FC229}" type="slidenum">
              <a:rPr lang="en-GB" smtClean="0"/>
              <a:t>7</a:t>
            </a:fld>
            <a:endParaRPr lang="en-GB"/>
          </a:p>
        </p:txBody>
      </p:sp>
    </p:spTree>
    <p:extLst>
      <p:ext uri="{BB962C8B-B14F-4D97-AF65-F5344CB8AC3E}">
        <p14:creationId xmlns:p14="http://schemas.microsoft.com/office/powerpoint/2010/main" val="1059797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C46255-B0A8-41CF-A15B-EB86725FC229}" type="slidenum">
              <a:rPr lang="en-GB" smtClean="0"/>
              <a:t>8</a:t>
            </a:fld>
            <a:endParaRPr lang="en-GB"/>
          </a:p>
        </p:txBody>
      </p:sp>
    </p:spTree>
    <p:extLst>
      <p:ext uri="{BB962C8B-B14F-4D97-AF65-F5344CB8AC3E}">
        <p14:creationId xmlns:p14="http://schemas.microsoft.com/office/powerpoint/2010/main" val="2541348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04056-C69C-4FBC-AE58-E44496D28FA2}"/>
              </a:ext>
            </a:extLst>
          </p:cNvPr>
          <p:cNvSpPr>
            <a:spLocks noGrp="1"/>
          </p:cNvSpPr>
          <p:nvPr>
            <p:ph type="title"/>
          </p:nvPr>
        </p:nvSpPr>
        <p:spPr>
          <a:xfrm>
            <a:off x="695325" y="820801"/>
            <a:ext cx="10801350" cy="592073"/>
          </a:xfrm>
        </p:spPr>
        <p:txBody>
          <a:bodyPr anchor="t"/>
          <a:lstStyle>
            <a:lvl1pPr>
              <a:defRPr>
                <a:solidFill>
                  <a:srgbClr val="243746"/>
                </a:solidFill>
              </a:defRPr>
            </a:lvl1pPr>
          </a:lstStyle>
          <a:p>
            <a:r>
              <a:rPr lang="en-US" noProof="0"/>
              <a:t>Click to edit Master title style</a:t>
            </a:r>
            <a:endParaRPr lang="en-GB" noProof="0" dirty="0"/>
          </a:p>
        </p:txBody>
      </p:sp>
      <p:sp>
        <p:nvSpPr>
          <p:cNvPr id="3" name="Content Placeholder 2">
            <a:extLst>
              <a:ext uri="{FF2B5EF4-FFF2-40B4-BE49-F238E27FC236}">
                <a16:creationId xmlns:a16="http://schemas.microsoft.com/office/drawing/2014/main" id="{69FFE683-C623-4C3E-8A1E-D0CBFFA36A69}"/>
              </a:ext>
            </a:extLst>
          </p:cNvPr>
          <p:cNvSpPr>
            <a:spLocks noGrp="1"/>
          </p:cNvSpPr>
          <p:nvPr>
            <p:ph idx="1"/>
          </p:nvPr>
        </p:nvSpPr>
        <p:spPr>
          <a:xfrm>
            <a:off x="698360" y="1800000"/>
            <a:ext cx="10789317" cy="4355904"/>
          </a:xfrm>
        </p:spPr>
        <p:txBody>
          <a:bodyPr/>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cxnSp>
        <p:nvCxnSpPr>
          <p:cNvPr id="8" name="Straight Connector 7">
            <a:extLst>
              <a:ext uri="{FF2B5EF4-FFF2-40B4-BE49-F238E27FC236}">
                <a16:creationId xmlns:a16="http://schemas.microsoft.com/office/drawing/2014/main" id="{FB947B7D-D288-4B86-BBDA-0325B4887916}"/>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50A219CA-56C7-4FC0-AF3C-443253982630}"/>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Tree>
    <p:extLst>
      <p:ext uri="{BB962C8B-B14F-4D97-AF65-F5344CB8AC3E}">
        <p14:creationId xmlns:p14="http://schemas.microsoft.com/office/powerpoint/2010/main" val="2827965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F340-8562-4337-AC99-60EBFF7D663B}"/>
              </a:ext>
            </a:extLst>
          </p:cNvPr>
          <p:cNvSpPr>
            <a:spLocks noGrp="1"/>
          </p:cNvSpPr>
          <p:nvPr>
            <p:ph type="title"/>
          </p:nvPr>
        </p:nvSpPr>
        <p:spPr/>
        <p:txBody>
          <a:bodyPr anchor="t"/>
          <a:lstStyle>
            <a:lvl1pPr>
              <a:defRPr>
                <a:solidFill>
                  <a:srgbClr val="243746"/>
                </a:solidFill>
              </a:defRPr>
            </a:lvl1pPr>
          </a:lstStyle>
          <a:p>
            <a:r>
              <a:rPr lang="en-US" noProof="0"/>
              <a:t>Click to edit Master title style</a:t>
            </a:r>
            <a:endParaRPr lang="en-GB" noProof="0" dirty="0"/>
          </a:p>
        </p:txBody>
      </p:sp>
      <p:sp>
        <p:nvSpPr>
          <p:cNvPr id="3" name="Content Placeholder 2">
            <a:extLst>
              <a:ext uri="{FF2B5EF4-FFF2-40B4-BE49-F238E27FC236}">
                <a16:creationId xmlns:a16="http://schemas.microsoft.com/office/drawing/2014/main" id="{923CEEBF-586D-454D-88EE-A658145444B2}"/>
              </a:ext>
            </a:extLst>
          </p:cNvPr>
          <p:cNvSpPr>
            <a:spLocks noGrp="1"/>
          </p:cNvSpPr>
          <p:nvPr>
            <p:ph sz="half" idx="1" hasCustomPrompt="1"/>
          </p:nvPr>
        </p:nvSpPr>
        <p:spPr>
          <a:xfrm>
            <a:off x="695325" y="1800000"/>
            <a:ext cx="5400675" cy="4337043"/>
          </a:xfrm>
        </p:spPr>
        <p:txBody>
          <a:bodyPr rIns="28800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4" name="Content Placeholder 3">
            <a:extLst>
              <a:ext uri="{FF2B5EF4-FFF2-40B4-BE49-F238E27FC236}">
                <a16:creationId xmlns:a16="http://schemas.microsoft.com/office/drawing/2014/main" id="{7C9542C3-B055-4FCA-9F98-B79594662E29}"/>
              </a:ext>
            </a:extLst>
          </p:cNvPr>
          <p:cNvSpPr>
            <a:spLocks noGrp="1"/>
          </p:cNvSpPr>
          <p:nvPr>
            <p:ph sz="half" idx="2" hasCustomPrompt="1"/>
          </p:nvPr>
        </p:nvSpPr>
        <p:spPr>
          <a:xfrm>
            <a:off x="6104232" y="1800000"/>
            <a:ext cx="5400673" cy="4337043"/>
          </a:xfrm>
        </p:spPr>
        <p:txBody>
          <a:bodyPr lIns="28800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9" name="Slide Number Placeholder 19">
            <a:extLst>
              <a:ext uri="{FF2B5EF4-FFF2-40B4-BE49-F238E27FC236}">
                <a16:creationId xmlns:a16="http://schemas.microsoft.com/office/drawing/2014/main" id="{58A78EE1-E17C-46F7-8814-5155A1C7169D}"/>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7" name="Straight Connector 6">
            <a:extLst>
              <a:ext uri="{FF2B5EF4-FFF2-40B4-BE49-F238E27FC236}">
                <a16:creationId xmlns:a16="http://schemas.microsoft.com/office/drawing/2014/main" id="{F9DEAF68-2D99-47D6-AD8C-1328027DAF1D}"/>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7542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F340-8562-4337-AC99-60EBFF7D663B}"/>
              </a:ext>
            </a:extLst>
          </p:cNvPr>
          <p:cNvSpPr>
            <a:spLocks noGrp="1"/>
          </p:cNvSpPr>
          <p:nvPr>
            <p:ph type="title"/>
          </p:nvPr>
        </p:nvSpPr>
        <p:spPr/>
        <p:txBody>
          <a:bodyPr anchor="t"/>
          <a:lstStyle>
            <a:lvl1pPr>
              <a:defRPr>
                <a:solidFill>
                  <a:srgbClr val="243746"/>
                </a:solidFill>
              </a:defRPr>
            </a:lvl1pPr>
          </a:lstStyle>
          <a:p>
            <a:r>
              <a:rPr lang="en-US" noProof="0"/>
              <a:t>Click to edit Master title style</a:t>
            </a:r>
            <a:endParaRPr lang="en-GB" noProof="0" dirty="0"/>
          </a:p>
        </p:txBody>
      </p:sp>
      <p:sp>
        <p:nvSpPr>
          <p:cNvPr id="3" name="Content Placeholder 2">
            <a:extLst>
              <a:ext uri="{FF2B5EF4-FFF2-40B4-BE49-F238E27FC236}">
                <a16:creationId xmlns:a16="http://schemas.microsoft.com/office/drawing/2014/main" id="{923CEEBF-586D-454D-88EE-A658145444B2}"/>
              </a:ext>
            </a:extLst>
          </p:cNvPr>
          <p:cNvSpPr>
            <a:spLocks noGrp="1"/>
          </p:cNvSpPr>
          <p:nvPr>
            <p:ph sz="half" idx="1" hasCustomPrompt="1"/>
          </p:nvPr>
        </p:nvSpPr>
        <p:spPr>
          <a:xfrm>
            <a:off x="695325" y="1800533"/>
            <a:ext cx="3600450" cy="4365317"/>
          </a:xfrm>
        </p:spPr>
        <p:txBody>
          <a:bodyPr rIns="21600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4" name="Content Placeholder 3">
            <a:extLst>
              <a:ext uri="{FF2B5EF4-FFF2-40B4-BE49-F238E27FC236}">
                <a16:creationId xmlns:a16="http://schemas.microsoft.com/office/drawing/2014/main" id="{7C9542C3-B055-4FCA-9F98-B79594662E29}"/>
              </a:ext>
            </a:extLst>
          </p:cNvPr>
          <p:cNvSpPr>
            <a:spLocks noGrp="1"/>
          </p:cNvSpPr>
          <p:nvPr>
            <p:ph sz="half" idx="2" hasCustomPrompt="1"/>
          </p:nvPr>
        </p:nvSpPr>
        <p:spPr>
          <a:xfrm>
            <a:off x="7896225" y="1800533"/>
            <a:ext cx="3600449" cy="4365317"/>
          </a:xfrm>
        </p:spPr>
        <p:txBody>
          <a:bodyPr lIns="21600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0" name="Content Placeholder 9">
            <a:extLst>
              <a:ext uri="{FF2B5EF4-FFF2-40B4-BE49-F238E27FC236}">
                <a16:creationId xmlns:a16="http://schemas.microsoft.com/office/drawing/2014/main" id="{6AB9CE00-B409-4DCF-A8B0-07E48E598F5B}"/>
              </a:ext>
            </a:extLst>
          </p:cNvPr>
          <p:cNvSpPr>
            <a:spLocks noGrp="1"/>
          </p:cNvSpPr>
          <p:nvPr>
            <p:ph sz="quarter" idx="13" hasCustomPrompt="1"/>
          </p:nvPr>
        </p:nvSpPr>
        <p:spPr>
          <a:xfrm>
            <a:off x="4321175" y="1800533"/>
            <a:ext cx="3575050" cy="4365317"/>
          </a:xfrm>
        </p:spPr>
        <p:txBody>
          <a:bodyPr lIns="108000" rIns="10800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1" name="Slide Number Placeholder 19">
            <a:extLst>
              <a:ext uri="{FF2B5EF4-FFF2-40B4-BE49-F238E27FC236}">
                <a16:creationId xmlns:a16="http://schemas.microsoft.com/office/drawing/2014/main" id="{3EAACCE9-428D-4665-9135-ACC3F08D070F}"/>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8" name="Straight Connector 7">
            <a:extLst>
              <a:ext uri="{FF2B5EF4-FFF2-40B4-BE49-F238E27FC236}">
                <a16:creationId xmlns:a16="http://schemas.microsoft.com/office/drawing/2014/main" id="{37EF2A27-AEDA-479E-BB70-B2E0DBAFB510}"/>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6410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Column-subtitl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B17FA0E-AA13-4C42-8188-620374EFB3E0}"/>
              </a:ext>
            </a:extLst>
          </p:cNvPr>
          <p:cNvSpPr>
            <a:spLocks noGrp="1"/>
          </p:cNvSpPr>
          <p:nvPr>
            <p:ph type="title"/>
          </p:nvPr>
        </p:nvSpPr>
        <p:spPr/>
        <p:txBody>
          <a:bodyPr/>
          <a:lstStyle>
            <a:lvl1pPr>
              <a:defRPr>
                <a:solidFill>
                  <a:srgbClr val="243746"/>
                </a:solidFill>
              </a:defRPr>
            </a:lvl1pPr>
          </a:lstStyle>
          <a:p>
            <a:r>
              <a:rPr lang="en-US" noProof="0"/>
              <a:t>Click to edit Master title style</a:t>
            </a:r>
            <a:endParaRPr lang="en-GB" noProof="0" dirty="0"/>
          </a:p>
        </p:txBody>
      </p:sp>
      <p:sp>
        <p:nvSpPr>
          <p:cNvPr id="3" name="Plassholder for lysbildenummer 2">
            <a:extLst>
              <a:ext uri="{FF2B5EF4-FFF2-40B4-BE49-F238E27FC236}">
                <a16:creationId xmlns:a16="http://schemas.microsoft.com/office/drawing/2014/main" id="{543011A7-1579-467E-9777-CBD2ED66A949}"/>
              </a:ext>
            </a:extLst>
          </p:cNvPr>
          <p:cNvSpPr>
            <a:spLocks noGrp="1"/>
          </p:cNvSpPr>
          <p:nvPr>
            <p:ph type="sldNum" sz="quarter" idx="10"/>
          </p:nvPr>
        </p:nvSpPr>
        <p:spPr>
          <a:xfrm>
            <a:off x="695324" y="6596187"/>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14" name="Plassholder for tekst 8">
            <a:extLst>
              <a:ext uri="{FF2B5EF4-FFF2-40B4-BE49-F238E27FC236}">
                <a16:creationId xmlns:a16="http://schemas.microsoft.com/office/drawing/2014/main" id="{8E74CE31-3457-4C54-9AC4-603EA7DF5777}"/>
              </a:ext>
            </a:extLst>
          </p:cNvPr>
          <p:cNvSpPr>
            <a:spLocks noGrp="1"/>
          </p:cNvSpPr>
          <p:nvPr>
            <p:ph type="body" sz="quarter" idx="17" hasCustomPrompt="1"/>
          </p:nvPr>
        </p:nvSpPr>
        <p:spPr>
          <a:xfrm>
            <a:off x="695324" y="2600326"/>
            <a:ext cx="3599703" cy="3565523"/>
          </a:xfrm>
        </p:spPr>
        <p:txBody>
          <a:bodyPr tIns="108000" rIns="21600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6" name="Plassholder for tekst 8">
            <a:extLst>
              <a:ext uri="{FF2B5EF4-FFF2-40B4-BE49-F238E27FC236}">
                <a16:creationId xmlns:a16="http://schemas.microsoft.com/office/drawing/2014/main" id="{007297FB-DFA9-41BB-AD98-EF67B10AFA8D}"/>
              </a:ext>
            </a:extLst>
          </p:cNvPr>
          <p:cNvSpPr>
            <a:spLocks noGrp="1"/>
          </p:cNvSpPr>
          <p:nvPr>
            <p:ph type="body" sz="quarter" idx="18" hasCustomPrompt="1"/>
          </p:nvPr>
        </p:nvSpPr>
        <p:spPr>
          <a:xfrm>
            <a:off x="4295402" y="2600326"/>
            <a:ext cx="3575424" cy="3565520"/>
          </a:xfrm>
        </p:spPr>
        <p:txBody>
          <a:bodyPr lIns="108000" tIns="108000" rIns="10800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8" name="Plassholder for tekst 8">
            <a:extLst>
              <a:ext uri="{FF2B5EF4-FFF2-40B4-BE49-F238E27FC236}">
                <a16:creationId xmlns:a16="http://schemas.microsoft.com/office/drawing/2014/main" id="{3886D0C4-44B7-49C8-9434-C6C25F9E0286}"/>
              </a:ext>
            </a:extLst>
          </p:cNvPr>
          <p:cNvSpPr>
            <a:spLocks noGrp="1"/>
          </p:cNvSpPr>
          <p:nvPr>
            <p:ph type="body" sz="quarter" idx="19" hasCustomPrompt="1"/>
          </p:nvPr>
        </p:nvSpPr>
        <p:spPr>
          <a:xfrm>
            <a:off x="7896225" y="2600326"/>
            <a:ext cx="3600449" cy="3565520"/>
          </a:xfrm>
        </p:spPr>
        <p:txBody>
          <a:bodyPr lIns="216000" tIns="108000" r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20" name="Plassholder for tekst 18">
            <a:extLst>
              <a:ext uri="{FF2B5EF4-FFF2-40B4-BE49-F238E27FC236}">
                <a16:creationId xmlns:a16="http://schemas.microsoft.com/office/drawing/2014/main" id="{DBFAF301-F8FD-4231-A63B-9F6E3A9ED215}"/>
              </a:ext>
            </a:extLst>
          </p:cNvPr>
          <p:cNvSpPr>
            <a:spLocks noGrp="1"/>
          </p:cNvSpPr>
          <p:nvPr>
            <p:ph type="body" sz="quarter" idx="20" hasCustomPrompt="1"/>
          </p:nvPr>
        </p:nvSpPr>
        <p:spPr>
          <a:xfrm>
            <a:off x="695325" y="2005318"/>
            <a:ext cx="3600450" cy="595007"/>
          </a:xfrm>
        </p:spPr>
        <p:txBody>
          <a:bodyPr rIns="216000" anchor="ctr"/>
          <a:lstStyle>
            <a:lvl1pPr marL="0" indent="0">
              <a:buNone/>
              <a:defRPr>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Plassholder for tekst 18">
            <a:extLst>
              <a:ext uri="{FF2B5EF4-FFF2-40B4-BE49-F238E27FC236}">
                <a16:creationId xmlns:a16="http://schemas.microsoft.com/office/drawing/2014/main" id="{1D294CE1-173D-46A6-8782-22CC552D7500}"/>
              </a:ext>
            </a:extLst>
          </p:cNvPr>
          <p:cNvSpPr>
            <a:spLocks noGrp="1"/>
          </p:cNvSpPr>
          <p:nvPr>
            <p:ph type="body" sz="quarter" idx="21" hasCustomPrompt="1"/>
          </p:nvPr>
        </p:nvSpPr>
        <p:spPr>
          <a:xfrm>
            <a:off x="4295775" y="2005318"/>
            <a:ext cx="3600450" cy="595007"/>
          </a:xfrm>
        </p:spPr>
        <p:txBody>
          <a:bodyPr lIns="108000" rIns="108000" anchor="ctr"/>
          <a:lstStyle>
            <a:lvl1pPr marL="0" indent="0">
              <a:buNone/>
              <a:defRPr>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dirty="0"/>
              <a:t>Edit Master text styles</a:t>
            </a:r>
          </a:p>
        </p:txBody>
      </p:sp>
      <p:sp>
        <p:nvSpPr>
          <p:cNvPr id="22" name="Plassholder for tekst 18">
            <a:extLst>
              <a:ext uri="{FF2B5EF4-FFF2-40B4-BE49-F238E27FC236}">
                <a16:creationId xmlns:a16="http://schemas.microsoft.com/office/drawing/2014/main" id="{C0C9451C-6A50-40CA-A503-0AE05FF0FDA5}"/>
              </a:ext>
            </a:extLst>
          </p:cNvPr>
          <p:cNvSpPr>
            <a:spLocks noGrp="1"/>
          </p:cNvSpPr>
          <p:nvPr>
            <p:ph type="body" sz="quarter" idx="22" hasCustomPrompt="1"/>
          </p:nvPr>
        </p:nvSpPr>
        <p:spPr>
          <a:xfrm>
            <a:off x="7896225" y="2005318"/>
            <a:ext cx="3600824" cy="595007"/>
          </a:xfrm>
        </p:spPr>
        <p:txBody>
          <a:bodyPr lIns="216000" anchor="ctr"/>
          <a:lstStyle>
            <a:lvl1pPr marL="0" indent="0">
              <a:buNone/>
              <a:defRPr>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cxnSp>
        <p:nvCxnSpPr>
          <p:cNvPr id="11" name="Straight Connector 10">
            <a:extLst>
              <a:ext uri="{FF2B5EF4-FFF2-40B4-BE49-F238E27FC236}">
                <a16:creationId xmlns:a16="http://schemas.microsoft.com/office/drawing/2014/main" id="{0322214E-3AB3-4C24-A524-2CE8418A11BD}"/>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0686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Column-subtitl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B17FA0E-AA13-4C42-8188-620374EFB3E0}"/>
              </a:ext>
            </a:extLst>
          </p:cNvPr>
          <p:cNvSpPr>
            <a:spLocks noGrp="1"/>
          </p:cNvSpPr>
          <p:nvPr>
            <p:ph type="title"/>
          </p:nvPr>
        </p:nvSpPr>
        <p:spPr/>
        <p:txBody>
          <a:bodyPr/>
          <a:lstStyle>
            <a:lvl1pPr>
              <a:defRPr>
                <a:solidFill>
                  <a:srgbClr val="243746"/>
                </a:solidFill>
              </a:defRPr>
            </a:lvl1pPr>
          </a:lstStyle>
          <a:p>
            <a:r>
              <a:rPr lang="en-US" noProof="0"/>
              <a:t>Click to edit Master title style</a:t>
            </a:r>
            <a:endParaRPr lang="en-GB" noProof="0" dirty="0"/>
          </a:p>
        </p:txBody>
      </p:sp>
      <p:sp>
        <p:nvSpPr>
          <p:cNvPr id="3" name="Plassholder for lysbildenummer 2">
            <a:extLst>
              <a:ext uri="{FF2B5EF4-FFF2-40B4-BE49-F238E27FC236}">
                <a16:creationId xmlns:a16="http://schemas.microsoft.com/office/drawing/2014/main" id="{543011A7-1579-467E-9777-CBD2ED66A949}"/>
              </a:ext>
            </a:extLst>
          </p:cNvPr>
          <p:cNvSpPr>
            <a:spLocks noGrp="1"/>
          </p:cNvSpPr>
          <p:nvPr>
            <p:ph type="sldNum" sz="quarter" idx="10"/>
          </p:nvPr>
        </p:nvSpPr>
        <p:spPr>
          <a:xfrm>
            <a:off x="695324" y="6596187"/>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14" name="Plassholder for tekst 8">
            <a:extLst>
              <a:ext uri="{FF2B5EF4-FFF2-40B4-BE49-F238E27FC236}">
                <a16:creationId xmlns:a16="http://schemas.microsoft.com/office/drawing/2014/main" id="{8E74CE31-3457-4C54-9AC4-603EA7DF5777}"/>
              </a:ext>
            </a:extLst>
          </p:cNvPr>
          <p:cNvSpPr>
            <a:spLocks noGrp="1"/>
          </p:cNvSpPr>
          <p:nvPr>
            <p:ph type="body" sz="quarter" idx="17" hasCustomPrompt="1"/>
          </p:nvPr>
        </p:nvSpPr>
        <p:spPr>
          <a:xfrm>
            <a:off x="695324" y="2600326"/>
            <a:ext cx="2700000" cy="3565523"/>
          </a:xfrm>
        </p:spPr>
        <p:txBody>
          <a:bodyPr tIns="108000" rIns="21600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6" name="Plassholder for tekst 8">
            <a:extLst>
              <a:ext uri="{FF2B5EF4-FFF2-40B4-BE49-F238E27FC236}">
                <a16:creationId xmlns:a16="http://schemas.microsoft.com/office/drawing/2014/main" id="{007297FB-DFA9-41BB-AD98-EF67B10AFA8D}"/>
              </a:ext>
            </a:extLst>
          </p:cNvPr>
          <p:cNvSpPr>
            <a:spLocks noGrp="1"/>
          </p:cNvSpPr>
          <p:nvPr>
            <p:ph type="body" sz="quarter" idx="18" hasCustomPrompt="1"/>
          </p:nvPr>
        </p:nvSpPr>
        <p:spPr>
          <a:xfrm>
            <a:off x="3399856" y="2600326"/>
            <a:ext cx="2700000" cy="3565520"/>
          </a:xfrm>
        </p:spPr>
        <p:txBody>
          <a:bodyPr lIns="108000" tIns="108000" rIns="10800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8" name="Plassholder for tekst 8">
            <a:extLst>
              <a:ext uri="{FF2B5EF4-FFF2-40B4-BE49-F238E27FC236}">
                <a16:creationId xmlns:a16="http://schemas.microsoft.com/office/drawing/2014/main" id="{3886D0C4-44B7-49C8-9434-C6C25F9E0286}"/>
              </a:ext>
            </a:extLst>
          </p:cNvPr>
          <p:cNvSpPr>
            <a:spLocks noGrp="1"/>
          </p:cNvSpPr>
          <p:nvPr>
            <p:ph type="body" sz="quarter" idx="19" hasCustomPrompt="1"/>
          </p:nvPr>
        </p:nvSpPr>
        <p:spPr>
          <a:xfrm>
            <a:off x="8796338" y="2600326"/>
            <a:ext cx="2700000" cy="3565520"/>
          </a:xfrm>
        </p:spPr>
        <p:txBody>
          <a:bodyPr lIns="216000" tIns="108000" rIns="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20" name="Plassholder for tekst 18">
            <a:extLst>
              <a:ext uri="{FF2B5EF4-FFF2-40B4-BE49-F238E27FC236}">
                <a16:creationId xmlns:a16="http://schemas.microsoft.com/office/drawing/2014/main" id="{DBFAF301-F8FD-4231-A63B-9F6E3A9ED215}"/>
              </a:ext>
            </a:extLst>
          </p:cNvPr>
          <p:cNvSpPr>
            <a:spLocks noGrp="1"/>
          </p:cNvSpPr>
          <p:nvPr>
            <p:ph type="body" sz="quarter" idx="20" hasCustomPrompt="1"/>
          </p:nvPr>
        </p:nvSpPr>
        <p:spPr>
          <a:xfrm>
            <a:off x="695325" y="2005318"/>
            <a:ext cx="2700000" cy="595007"/>
          </a:xfrm>
        </p:spPr>
        <p:txBody>
          <a:bodyPr rIns="21600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Plassholder for tekst 18">
            <a:extLst>
              <a:ext uri="{FF2B5EF4-FFF2-40B4-BE49-F238E27FC236}">
                <a16:creationId xmlns:a16="http://schemas.microsoft.com/office/drawing/2014/main" id="{1D294CE1-173D-46A6-8782-22CC552D7500}"/>
              </a:ext>
            </a:extLst>
          </p:cNvPr>
          <p:cNvSpPr>
            <a:spLocks noGrp="1"/>
          </p:cNvSpPr>
          <p:nvPr>
            <p:ph type="body" sz="quarter" idx="21" hasCustomPrompt="1"/>
          </p:nvPr>
        </p:nvSpPr>
        <p:spPr>
          <a:xfrm>
            <a:off x="3400229" y="2005318"/>
            <a:ext cx="2700000" cy="595007"/>
          </a:xfrm>
        </p:spPr>
        <p:txBody>
          <a:bodyPr lIns="108000" rIns="10800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dirty="0"/>
              <a:t>Edit Master text styles</a:t>
            </a:r>
          </a:p>
        </p:txBody>
      </p:sp>
      <p:sp>
        <p:nvSpPr>
          <p:cNvPr id="22" name="Plassholder for tekst 18">
            <a:extLst>
              <a:ext uri="{FF2B5EF4-FFF2-40B4-BE49-F238E27FC236}">
                <a16:creationId xmlns:a16="http://schemas.microsoft.com/office/drawing/2014/main" id="{C0C9451C-6A50-40CA-A503-0AE05FF0FDA5}"/>
              </a:ext>
            </a:extLst>
          </p:cNvPr>
          <p:cNvSpPr>
            <a:spLocks noGrp="1"/>
          </p:cNvSpPr>
          <p:nvPr>
            <p:ph type="body" sz="quarter" idx="22" hasCustomPrompt="1"/>
          </p:nvPr>
        </p:nvSpPr>
        <p:spPr>
          <a:xfrm>
            <a:off x="8796431" y="2005318"/>
            <a:ext cx="2700000" cy="595007"/>
          </a:xfrm>
        </p:spPr>
        <p:txBody>
          <a:bodyPr lIns="21600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1" name="Plassholder for tekst 8">
            <a:extLst>
              <a:ext uri="{FF2B5EF4-FFF2-40B4-BE49-F238E27FC236}">
                <a16:creationId xmlns:a16="http://schemas.microsoft.com/office/drawing/2014/main" id="{F41B8369-23C3-4F16-BCF6-293D6FF66C20}"/>
              </a:ext>
            </a:extLst>
          </p:cNvPr>
          <p:cNvSpPr>
            <a:spLocks noGrp="1"/>
          </p:cNvSpPr>
          <p:nvPr>
            <p:ph type="body" sz="quarter" idx="23" hasCustomPrompt="1"/>
          </p:nvPr>
        </p:nvSpPr>
        <p:spPr>
          <a:xfrm>
            <a:off x="6105349" y="2600326"/>
            <a:ext cx="2700000" cy="3565520"/>
          </a:xfrm>
        </p:spPr>
        <p:txBody>
          <a:bodyPr lIns="108000" tIns="108000" rIns="10800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12" name="Plassholder for tekst 18">
            <a:extLst>
              <a:ext uri="{FF2B5EF4-FFF2-40B4-BE49-F238E27FC236}">
                <a16:creationId xmlns:a16="http://schemas.microsoft.com/office/drawing/2014/main" id="{DBA1DC41-ABAE-4F03-A70D-362A4D4B5903}"/>
              </a:ext>
            </a:extLst>
          </p:cNvPr>
          <p:cNvSpPr>
            <a:spLocks noGrp="1"/>
          </p:cNvSpPr>
          <p:nvPr>
            <p:ph type="body" sz="quarter" idx="24" hasCustomPrompt="1"/>
          </p:nvPr>
        </p:nvSpPr>
        <p:spPr>
          <a:xfrm>
            <a:off x="6105722" y="2005318"/>
            <a:ext cx="2700000" cy="595007"/>
          </a:xfrm>
        </p:spPr>
        <p:txBody>
          <a:bodyPr lIns="108000" rIns="10800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dirty="0"/>
              <a:t>Edit Master text styles</a:t>
            </a:r>
          </a:p>
        </p:txBody>
      </p:sp>
      <p:cxnSp>
        <p:nvCxnSpPr>
          <p:cNvPr id="15" name="Straight Connector 14">
            <a:extLst>
              <a:ext uri="{FF2B5EF4-FFF2-40B4-BE49-F238E27FC236}">
                <a16:creationId xmlns:a16="http://schemas.microsoft.com/office/drawing/2014/main" id="{9B208F9B-63CE-4FCD-BE60-F49AE7373A67}"/>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049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anchor="t"/>
          <a:lstStyle>
            <a:lvl1pPr>
              <a:defRPr>
                <a:solidFill>
                  <a:srgbClr val="243746"/>
                </a:solidFill>
              </a:defRPr>
            </a:lvl1pPr>
          </a:lstStyle>
          <a:p>
            <a:r>
              <a:rPr lang="en-US" noProof="0"/>
              <a:t>Click to edit Master title style</a:t>
            </a:r>
            <a:endParaRPr lang="en-GB" noProof="0" dirty="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704752" y="2014026"/>
            <a:ext cx="3546000" cy="1764000"/>
          </a:xfrm>
        </p:spPr>
        <p:txBody>
          <a:bodyPr/>
          <a:lstStyle>
            <a:lvl1pPr>
              <a:defRPr>
                <a:solidFill>
                  <a:srgbClr val="243746"/>
                </a:solidFill>
              </a:defRPr>
            </a:lvl1pPr>
          </a:lstStyle>
          <a:p>
            <a:r>
              <a:rPr lang="en-US" noProof="0"/>
              <a:t>Click icon to add picture</a:t>
            </a:r>
            <a:endParaRPr lang="en-GB" noProof="0" dirty="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4329015" y="2014026"/>
            <a:ext cx="3546000" cy="1764000"/>
          </a:xfrm>
        </p:spPr>
        <p:txBody>
          <a:bodyPr/>
          <a:lstStyle>
            <a:lvl1pPr>
              <a:defRPr>
                <a:solidFill>
                  <a:srgbClr val="243746"/>
                </a:solidFill>
              </a:defRPr>
            </a:lvl1pPr>
          </a:lstStyle>
          <a:p>
            <a:r>
              <a:rPr lang="en-US" noProof="0"/>
              <a:t>Click icon to add picture</a:t>
            </a:r>
            <a:endParaRPr lang="en-GB" noProof="0" dirty="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7953277" y="2014026"/>
            <a:ext cx="3546000" cy="1764000"/>
          </a:xfrm>
        </p:spPr>
        <p:txBody>
          <a:bodyPr/>
          <a:lstStyle>
            <a:lvl1pPr>
              <a:defRPr>
                <a:solidFill>
                  <a:srgbClr val="243746"/>
                </a:solidFill>
              </a:defRPr>
            </a:lvl1pPr>
          </a:lstStyle>
          <a:p>
            <a:r>
              <a:rPr lang="en-US" noProof="0"/>
              <a:t>Click icon to add picture</a:t>
            </a:r>
            <a:endParaRPr lang="en-GB" noProof="0" dirty="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p:nvPr>
        </p:nvSpPr>
        <p:spPr>
          <a:xfrm>
            <a:off x="704752" y="3845002"/>
            <a:ext cx="3552825" cy="486000"/>
          </a:xfrm>
          <a:solidFill>
            <a:srgbClr val="243746"/>
          </a:solidFill>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p:nvPr>
        </p:nvSpPr>
        <p:spPr>
          <a:xfrm>
            <a:off x="704752" y="4397979"/>
            <a:ext cx="3546000" cy="1757362"/>
          </a:xfrm>
          <a:solidFill>
            <a:srgbClr val="DFF5FF"/>
          </a:solidFill>
        </p:spPr>
        <p:txBody>
          <a:bodyPr lIns="108000" tIns="180000" rIns="108000" bIns="180000">
            <a:noAutofit/>
          </a:bodyPr>
          <a:lstStyle>
            <a:lvl1pPr marL="4860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p:nvPr>
        </p:nvSpPr>
        <p:spPr>
          <a:xfrm>
            <a:off x="4329015" y="3845002"/>
            <a:ext cx="3552825" cy="486000"/>
          </a:xfrm>
          <a:solidFill>
            <a:srgbClr val="243746"/>
          </a:solidFill>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p:nvPr>
        </p:nvSpPr>
        <p:spPr>
          <a:xfrm>
            <a:off x="4329015" y="4397979"/>
            <a:ext cx="3546000" cy="1757362"/>
          </a:xfrm>
          <a:solidFill>
            <a:srgbClr val="DFF5FF"/>
          </a:solidFill>
        </p:spPr>
        <p:txBody>
          <a:bodyPr lIns="108000" tIns="180000" rIns="108000" bIns="180000">
            <a:noAutofit/>
          </a:bodyPr>
          <a:lstStyle>
            <a:lvl1pPr marL="4860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p:nvPr>
        </p:nvSpPr>
        <p:spPr>
          <a:xfrm>
            <a:off x="7953277" y="3845002"/>
            <a:ext cx="3552825" cy="486000"/>
          </a:xfrm>
          <a:solidFill>
            <a:srgbClr val="243746"/>
          </a:solidFill>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p:nvPr>
        </p:nvSpPr>
        <p:spPr>
          <a:xfrm>
            <a:off x="7953277" y="4397979"/>
            <a:ext cx="3546000" cy="1757362"/>
          </a:xfrm>
          <a:solidFill>
            <a:srgbClr val="DFF5FF"/>
          </a:solidFill>
        </p:spPr>
        <p:txBody>
          <a:bodyPr lIns="108000" tIns="180000" rIns="108000" bIns="180000">
            <a:noAutofit/>
          </a:bodyPr>
          <a:lstStyle>
            <a:lvl1pPr marL="4860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14" name="Straight Connector 13">
            <a:extLst>
              <a:ext uri="{FF2B5EF4-FFF2-40B4-BE49-F238E27FC236}">
                <a16:creationId xmlns:a16="http://schemas.microsoft.com/office/drawing/2014/main" id="{8A977C04-1C2D-410B-BAA7-8E5E4634B2A0}"/>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8023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anchor="t"/>
          <a:lstStyle>
            <a:lvl1pPr>
              <a:defRPr>
                <a:solidFill>
                  <a:srgbClr val="243746"/>
                </a:solidFill>
              </a:defRPr>
            </a:lvl1pPr>
          </a:lstStyle>
          <a:p>
            <a:r>
              <a:rPr lang="en-US" noProof="0"/>
              <a:t>Click to edit Master title style</a:t>
            </a:r>
            <a:endParaRPr lang="en-GB" noProof="0" dirty="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704751" y="2014026"/>
            <a:ext cx="2646000" cy="1485554"/>
          </a:xfrm>
        </p:spPr>
        <p:txBody>
          <a:bodyPr/>
          <a:lstStyle>
            <a:lvl1pPr>
              <a:defRPr>
                <a:solidFill>
                  <a:srgbClr val="243746"/>
                </a:solidFill>
              </a:defRPr>
            </a:lvl1pPr>
          </a:lstStyle>
          <a:p>
            <a:r>
              <a:rPr lang="en-US" noProof="0"/>
              <a:t>Click icon to add picture</a:t>
            </a:r>
            <a:endParaRPr lang="en-GB" noProof="0" dirty="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3420059" y="2014026"/>
            <a:ext cx="2646000" cy="1485554"/>
          </a:xfrm>
        </p:spPr>
        <p:txBody>
          <a:bodyPr/>
          <a:lstStyle>
            <a:lvl1pPr>
              <a:defRPr>
                <a:solidFill>
                  <a:srgbClr val="243746"/>
                </a:solidFill>
              </a:defRPr>
            </a:lvl1pPr>
          </a:lstStyle>
          <a:p>
            <a:r>
              <a:rPr lang="en-US" noProof="0"/>
              <a:t>Click icon to add picture</a:t>
            </a:r>
            <a:endParaRPr lang="en-GB" noProof="0" dirty="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6135367" y="2014026"/>
            <a:ext cx="2646000" cy="1485554"/>
          </a:xfrm>
        </p:spPr>
        <p:txBody>
          <a:bodyPr/>
          <a:lstStyle>
            <a:lvl1pPr>
              <a:defRPr>
                <a:solidFill>
                  <a:srgbClr val="243746"/>
                </a:solidFill>
              </a:defRPr>
            </a:lvl1pPr>
          </a:lstStyle>
          <a:p>
            <a:r>
              <a:rPr lang="en-US" noProof="0"/>
              <a:t>Click icon to add picture</a:t>
            </a:r>
            <a:endParaRPr lang="en-GB" noProof="0" dirty="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p:nvPr>
        </p:nvSpPr>
        <p:spPr>
          <a:xfrm>
            <a:off x="704752" y="3581051"/>
            <a:ext cx="2646000" cy="486000"/>
          </a:xfrm>
          <a:solidFill>
            <a:srgbClr val="243746"/>
          </a:solidFill>
        </p:spPr>
        <p:txBody>
          <a:bodyPr lIns="108000" tIns="72000" rIns="108000" bIns="72000" anchor="ctr"/>
          <a:lstStyle>
            <a:lvl1pPr marL="0" indent="0" algn="ctr">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p:nvPr>
        </p:nvSpPr>
        <p:spPr>
          <a:xfrm>
            <a:off x="702528" y="4134027"/>
            <a:ext cx="2646000" cy="2031813"/>
          </a:xfrm>
          <a:solidFill>
            <a:srgbClr val="DFF5FF"/>
          </a:solidFill>
        </p:spPr>
        <p:txBody>
          <a:bodyPr lIns="108000" tIns="180000" rIns="108000" bIns="180000">
            <a:noAutofit/>
          </a:bodyPr>
          <a:lstStyle>
            <a:lvl1pPr marL="48600" indent="0">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p:nvPr>
        </p:nvSpPr>
        <p:spPr>
          <a:xfrm>
            <a:off x="3420060" y="3581051"/>
            <a:ext cx="2646000" cy="486000"/>
          </a:xfrm>
          <a:solidFill>
            <a:srgbClr val="243746"/>
          </a:solidFill>
        </p:spPr>
        <p:txBody>
          <a:bodyPr lIns="108000" tIns="72000" rIns="108000" bIns="72000" anchor="ctr"/>
          <a:lstStyle>
            <a:lvl1pPr marL="0" indent="0" algn="ctr">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p:nvPr>
        </p:nvSpPr>
        <p:spPr>
          <a:xfrm>
            <a:off x="3417836" y="4134027"/>
            <a:ext cx="2646000" cy="2031813"/>
          </a:xfrm>
          <a:solidFill>
            <a:srgbClr val="DFF5FF"/>
          </a:solidFill>
        </p:spPr>
        <p:txBody>
          <a:bodyPr lIns="108000" tIns="180000" rIns="108000" bIns="180000">
            <a:noAutofit/>
          </a:bodyPr>
          <a:lstStyle>
            <a:lvl1pPr marL="48600" indent="0">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p:nvPr>
        </p:nvSpPr>
        <p:spPr>
          <a:xfrm>
            <a:off x="6135368" y="3581051"/>
            <a:ext cx="2646000" cy="486000"/>
          </a:xfrm>
          <a:solidFill>
            <a:srgbClr val="243746"/>
          </a:solidFill>
        </p:spPr>
        <p:txBody>
          <a:bodyPr lIns="108000" tIns="72000" rIns="108000" bIns="72000" anchor="ctr"/>
          <a:lstStyle>
            <a:lvl1pPr marL="0" indent="0" algn="ctr">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p:nvPr>
        </p:nvSpPr>
        <p:spPr>
          <a:xfrm>
            <a:off x="6133144" y="4134027"/>
            <a:ext cx="2646000" cy="2031813"/>
          </a:xfrm>
          <a:solidFill>
            <a:srgbClr val="DFF5FF"/>
          </a:solidFill>
        </p:spPr>
        <p:txBody>
          <a:bodyPr lIns="108000" tIns="180000" rIns="108000" bIns="180000">
            <a:noAutofit/>
          </a:bodyPr>
          <a:lstStyle>
            <a:lvl1pPr marL="48600" indent="0">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14" name="Picture Placeholder 10">
            <a:extLst>
              <a:ext uri="{FF2B5EF4-FFF2-40B4-BE49-F238E27FC236}">
                <a16:creationId xmlns:a16="http://schemas.microsoft.com/office/drawing/2014/main" id="{DD9B2730-1633-40E2-8BC2-F1C840471316}"/>
              </a:ext>
            </a:extLst>
          </p:cNvPr>
          <p:cNvSpPr>
            <a:spLocks noGrp="1"/>
          </p:cNvSpPr>
          <p:nvPr>
            <p:ph type="pic" sz="quarter" idx="22"/>
          </p:nvPr>
        </p:nvSpPr>
        <p:spPr>
          <a:xfrm>
            <a:off x="8850675" y="2014026"/>
            <a:ext cx="2646000" cy="1485554"/>
          </a:xfrm>
        </p:spPr>
        <p:txBody>
          <a:bodyPr/>
          <a:lstStyle>
            <a:lvl1pPr>
              <a:defRPr>
                <a:solidFill>
                  <a:srgbClr val="243746"/>
                </a:solidFill>
              </a:defRPr>
            </a:lvl1pPr>
          </a:lstStyle>
          <a:p>
            <a:r>
              <a:rPr lang="en-US" noProof="0"/>
              <a:t>Click icon to add picture</a:t>
            </a:r>
            <a:endParaRPr lang="en-GB" noProof="0" dirty="0"/>
          </a:p>
        </p:txBody>
      </p:sp>
      <p:sp>
        <p:nvSpPr>
          <p:cNvPr id="20" name="Text Placeholder 12">
            <a:extLst>
              <a:ext uri="{FF2B5EF4-FFF2-40B4-BE49-F238E27FC236}">
                <a16:creationId xmlns:a16="http://schemas.microsoft.com/office/drawing/2014/main" id="{3116D8BC-B55B-42AC-B449-0078EDE9394A}"/>
              </a:ext>
            </a:extLst>
          </p:cNvPr>
          <p:cNvSpPr>
            <a:spLocks noGrp="1"/>
          </p:cNvSpPr>
          <p:nvPr>
            <p:ph type="body" sz="quarter" idx="23"/>
          </p:nvPr>
        </p:nvSpPr>
        <p:spPr>
          <a:xfrm>
            <a:off x="8850675" y="3581051"/>
            <a:ext cx="2646000" cy="486000"/>
          </a:xfrm>
          <a:solidFill>
            <a:srgbClr val="243746"/>
          </a:solidFill>
        </p:spPr>
        <p:txBody>
          <a:bodyPr lIns="108000" tIns="72000" rIns="108000" bIns="72000" anchor="ctr"/>
          <a:lstStyle>
            <a:lvl1pPr marL="0" indent="0" algn="ctr">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21" name="Text Placeholder 14">
            <a:extLst>
              <a:ext uri="{FF2B5EF4-FFF2-40B4-BE49-F238E27FC236}">
                <a16:creationId xmlns:a16="http://schemas.microsoft.com/office/drawing/2014/main" id="{5222868D-42E6-4FED-B90F-0A7F1DC09DD9}"/>
              </a:ext>
            </a:extLst>
          </p:cNvPr>
          <p:cNvSpPr>
            <a:spLocks noGrp="1"/>
          </p:cNvSpPr>
          <p:nvPr>
            <p:ph type="body" sz="quarter" idx="24"/>
          </p:nvPr>
        </p:nvSpPr>
        <p:spPr>
          <a:xfrm>
            <a:off x="8848451" y="4134027"/>
            <a:ext cx="2646000" cy="2031813"/>
          </a:xfrm>
          <a:solidFill>
            <a:srgbClr val="DFF5FF"/>
          </a:solidFill>
        </p:spPr>
        <p:txBody>
          <a:bodyPr lIns="108000" tIns="180000" rIns="108000" bIns="180000">
            <a:noAutofit/>
          </a:bodyPr>
          <a:lstStyle>
            <a:lvl1pPr marL="48600" indent="0">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cxnSp>
        <p:nvCxnSpPr>
          <p:cNvPr id="24" name="Straight Connector 23">
            <a:extLst>
              <a:ext uri="{FF2B5EF4-FFF2-40B4-BE49-F238E27FC236}">
                <a16:creationId xmlns:a16="http://schemas.microsoft.com/office/drawing/2014/main" id="{5B43F209-D9B1-4C1D-BEEB-45BEA693935C}"/>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9729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lored left column-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3395663" cy="6858000"/>
          </a:xfrm>
          <a:prstGeom prst="rect">
            <a:avLst/>
          </a:prstGeom>
          <a:solidFill>
            <a:srgbClr val="DF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413262"/>
            <a:ext cx="2700338" cy="3752586"/>
          </a:xfrm>
        </p:spPr>
        <p:txBody>
          <a:bodyPr rIns="216000"/>
          <a:lstStyle>
            <a:lvl1pPr marL="0" indent="0">
              <a:buNone/>
              <a:defRPr>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828576"/>
            <a:ext cx="2700338" cy="1264173"/>
          </a:xfrm>
        </p:spPr>
        <p:txBody>
          <a:bodyPr rIns="216000" bIns="180000" anchor="t"/>
          <a:lstStyle>
            <a:lvl1pPr>
              <a:defRPr>
                <a:solidFill>
                  <a:srgbClr val="243746"/>
                </a:solidFill>
              </a:defRPr>
            </a:lvl1pPr>
          </a:lstStyle>
          <a:p>
            <a:r>
              <a:rPr lang="en-US" noProof="0"/>
              <a:t>Click to edit Master title style</a:t>
            </a:r>
            <a:endParaRPr lang="en-GB" noProof="0" dirty="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4090987" y="819150"/>
            <a:ext cx="7405688" cy="5346700"/>
          </a:xfrm>
          <a:prstGeom prst="rect">
            <a:avLst/>
          </a:prstGeom>
        </p:spPr>
        <p:txBody>
          <a:bodyPr lIns="180000" tIns="0" rIns="0" b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cxnSp>
        <p:nvCxnSpPr>
          <p:cNvPr id="10" name="Straight Connector 9">
            <a:extLst>
              <a:ext uri="{FF2B5EF4-FFF2-40B4-BE49-F238E27FC236}">
                <a16:creationId xmlns:a16="http://schemas.microsoft.com/office/drawing/2014/main" id="{1DD5A502-4272-4E22-9389-C48A9C4367CC}"/>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5392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lored left column-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4295775" cy="6858000"/>
          </a:xfrm>
          <a:prstGeom prst="rect">
            <a:avLst/>
          </a:prstGeom>
          <a:solidFill>
            <a:srgbClr val="DF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413262"/>
            <a:ext cx="3600451" cy="3752586"/>
          </a:xfrm>
        </p:spPr>
        <p:txBody>
          <a:bodyPr rIns="216000"/>
          <a:lstStyle>
            <a:lvl1pPr marL="0" indent="0">
              <a:buNone/>
              <a:defRPr sz="1600">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dirty="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4" y="828576"/>
            <a:ext cx="3600451" cy="1264173"/>
          </a:xfrm>
        </p:spPr>
        <p:txBody>
          <a:bodyPr rIns="216000" bIns="180000" anchor="t"/>
          <a:lstStyle>
            <a:lvl1pPr>
              <a:defRPr>
                <a:solidFill>
                  <a:srgbClr val="243746"/>
                </a:solidFill>
              </a:defRPr>
            </a:lvl1pPr>
          </a:lstStyle>
          <a:p>
            <a:r>
              <a:rPr lang="en-US" noProof="0"/>
              <a:t>Click to edit Master title style</a:t>
            </a:r>
            <a:endParaRPr lang="en-GB" noProof="0" dirty="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4991099" y="819150"/>
            <a:ext cx="6505575" cy="5346700"/>
          </a:xfrm>
          <a:prstGeom prst="rect">
            <a:avLst/>
          </a:prstGeom>
        </p:spPr>
        <p:txBody>
          <a:bodyPr lIns="180000" tIns="0" rIns="0" b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cxnSp>
        <p:nvCxnSpPr>
          <p:cNvPr id="10" name="Straight Connector 9">
            <a:extLst>
              <a:ext uri="{FF2B5EF4-FFF2-40B4-BE49-F238E27FC236}">
                <a16:creationId xmlns:a16="http://schemas.microsoft.com/office/drawing/2014/main" id="{49358CCD-89E7-4827-909B-DB170742C6F2}"/>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2177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lored right column">
    <p:bg>
      <p:bgPr>
        <a:solidFill>
          <a:srgbClr val="DFF5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1" y="0"/>
            <a:ext cx="339566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413262"/>
            <a:ext cx="2700338" cy="3752586"/>
          </a:xfrm>
        </p:spPr>
        <p:txBody>
          <a:bodyPr rIns="216000"/>
          <a:lstStyle>
            <a:lvl1pPr marL="0" indent="0">
              <a:buNone/>
              <a:defRPr>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828576"/>
            <a:ext cx="2700338" cy="1264173"/>
          </a:xfrm>
        </p:spPr>
        <p:txBody>
          <a:bodyPr rIns="216000" bIns="180000" anchor="t"/>
          <a:lstStyle>
            <a:lvl1pPr>
              <a:defRPr>
                <a:solidFill>
                  <a:srgbClr val="243746"/>
                </a:solidFill>
              </a:defRPr>
            </a:lvl1pPr>
          </a:lstStyle>
          <a:p>
            <a:r>
              <a:rPr lang="en-US" noProof="0"/>
              <a:t>Click to edit Master title style</a:t>
            </a:r>
            <a:endParaRPr lang="en-GB" noProof="0" dirty="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4090987" y="819150"/>
            <a:ext cx="7405688" cy="5346700"/>
          </a:xfrm>
          <a:prstGeom prst="rect">
            <a:avLst/>
          </a:prstGeom>
        </p:spPr>
        <p:txBody>
          <a:bodyPr lIns="180000" tIns="0" rIns="0" b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pic>
        <p:nvPicPr>
          <p:cNvPr id="10" name="Graphic 9">
            <a:extLst>
              <a:ext uri="{FF2B5EF4-FFF2-40B4-BE49-F238E27FC236}">
                <a16:creationId xmlns:a16="http://schemas.microsoft.com/office/drawing/2014/main" id="{74A353F3-1233-4B1E-8AA8-841E825EC40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430219" y="175144"/>
            <a:ext cx="1078648" cy="427693"/>
          </a:xfrm>
          <a:prstGeom prst="rect">
            <a:avLst/>
          </a:prstGeom>
        </p:spPr>
      </p:pic>
      <p:cxnSp>
        <p:nvCxnSpPr>
          <p:cNvPr id="11" name="Straight Connector 10">
            <a:extLst>
              <a:ext uri="{FF2B5EF4-FFF2-40B4-BE49-F238E27FC236}">
                <a16:creationId xmlns:a16="http://schemas.microsoft.com/office/drawing/2014/main" id="{63150CF0-D237-49B5-A659-C72EB2C01CA2}"/>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30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Colored top row">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EFD93E6-D8FD-41B3-ADA5-A3DE5E502876}"/>
              </a:ext>
            </a:extLst>
          </p:cNvPr>
          <p:cNvSpPr>
            <a:spLocks noGrp="1"/>
          </p:cNvSpPr>
          <p:nvPr>
            <p:ph type="pic" idx="1"/>
          </p:nvPr>
        </p:nvSpPr>
        <p:spPr>
          <a:xfrm>
            <a:off x="0" y="0"/>
            <a:ext cx="12192000" cy="3787807"/>
          </a:xfrm>
          <a:solidFill>
            <a:srgbClr val="DFF5FF"/>
          </a:solidFill>
        </p:spPr>
        <p:txBody>
          <a:bodyPr anchor="ctr">
            <a:normAutofit/>
          </a:bodyPr>
          <a:lstStyle>
            <a:lvl1pPr marL="0" indent="0" algn="ctr">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GB" noProof="0" dirty="0"/>
          </a:p>
        </p:txBody>
      </p:sp>
      <p:sp>
        <p:nvSpPr>
          <p:cNvPr id="2" name="Title 1">
            <a:extLst>
              <a:ext uri="{FF2B5EF4-FFF2-40B4-BE49-F238E27FC236}">
                <a16:creationId xmlns:a16="http://schemas.microsoft.com/office/drawing/2014/main" id="{A398326F-7ADC-4CFA-A21A-595F3F82C21D}"/>
              </a:ext>
            </a:extLst>
          </p:cNvPr>
          <p:cNvSpPr>
            <a:spLocks noGrp="1"/>
          </p:cNvSpPr>
          <p:nvPr>
            <p:ph type="title"/>
          </p:nvPr>
        </p:nvSpPr>
        <p:spPr>
          <a:xfrm>
            <a:off x="695325" y="3912125"/>
            <a:ext cx="2858580" cy="2253726"/>
          </a:xfrm>
        </p:spPr>
        <p:txBody>
          <a:bodyPr tIns="180000" rIns="0" anchor="t"/>
          <a:lstStyle>
            <a:lvl1pPr>
              <a:lnSpc>
                <a:spcPct val="100000"/>
              </a:lnSpc>
              <a:defRPr sz="2400">
                <a:solidFill>
                  <a:srgbClr val="243746"/>
                </a:solidFill>
              </a:defRPr>
            </a:lvl1pPr>
          </a:lstStyle>
          <a:p>
            <a:r>
              <a:rPr lang="en-US" noProof="0"/>
              <a:t>Click to edit Master title style</a:t>
            </a:r>
            <a:endParaRPr lang="en-GB" noProof="0" dirty="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hasCustomPrompt="1"/>
          </p:nvPr>
        </p:nvSpPr>
        <p:spPr>
          <a:xfrm>
            <a:off x="4295775" y="3902697"/>
            <a:ext cx="7200900" cy="2263153"/>
          </a:xfrm>
        </p:spPr>
        <p:txBody>
          <a:bodyPr lIns="0" tIns="288000" rIns="0"/>
          <a:lstStyle>
            <a:lvl1pPr marL="0" indent="0">
              <a:buNone/>
              <a:defRPr sz="1600">
                <a:solidFill>
                  <a:srgbClr val="24374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dirty="0"/>
              <a:t>Edit Master text styles</a:t>
            </a:r>
          </a:p>
        </p:txBody>
      </p:sp>
      <p:sp>
        <p:nvSpPr>
          <p:cNvPr id="9" name="Slide Number Placeholder 19">
            <a:extLst>
              <a:ext uri="{FF2B5EF4-FFF2-40B4-BE49-F238E27FC236}">
                <a16:creationId xmlns:a16="http://schemas.microsoft.com/office/drawing/2014/main" id="{05DF783A-B52F-42AD-A2BE-6C3FD3EF3FA6}"/>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7" name="Straight Connector 6">
            <a:extLst>
              <a:ext uri="{FF2B5EF4-FFF2-40B4-BE49-F238E27FC236}">
                <a16:creationId xmlns:a16="http://schemas.microsoft.com/office/drawing/2014/main" id="{5DB742E2-033B-481C-8301-4B9B3ABC0779}"/>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1499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CCCFB-02E9-4461-933C-7C1EAD815E76}"/>
              </a:ext>
            </a:extLst>
          </p:cNvPr>
          <p:cNvSpPr>
            <a:spLocks noGrp="1"/>
          </p:cNvSpPr>
          <p:nvPr>
            <p:ph type="title"/>
          </p:nvPr>
        </p:nvSpPr>
        <p:spPr>
          <a:xfrm>
            <a:off x="695325" y="811228"/>
            <a:ext cx="10801350" cy="601648"/>
          </a:xfrm>
        </p:spPr>
        <p:txBody>
          <a:bodyPr anchor="t"/>
          <a:lstStyle>
            <a:lvl1pPr>
              <a:defRPr>
                <a:solidFill>
                  <a:srgbClr val="243746"/>
                </a:solidFill>
              </a:defRPr>
            </a:lvl1pPr>
          </a:lstStyle>
          <a:p>
            <a:r>
              <a:rPr lang="en-US" noProof="0"/>
              <a:t>Click to edit Master title style</a:t>
            </a:r>
            <a:endParaRPr lang="en-GB" noProof="0" dirty="0"/>
          </a:p>
        </p:txBody>
      </p:sp>
      <p:sp>
        <p:nvSpPr>
          <p:cNvPr id="7" name="Slide Number Placeholder 19">
            <a:extLst>
              <a:ext uri="{FF2B5EF4-FFF2-40B4-BE49-F238E27FC236}">
                <a16:creationId xmlns:a16="http://schemas.microsoft.com/office/drawing/2014/main" id="{F5CB2508-A946-42A2-A6CA-3E88C1AEB0A4}"/>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5" name="Straight Connector 4">
            <a:extLst>
              <a:ext uri="{FF2B5EF4-FFF2-40B4-BE49-F238E27FC236}">
                <a16:creationId xmlns:a16="http://schemas.microsoft.com/office/drawing/2014/main" id="{2A5E7FB3-59C8-493D-9C0D-12767F4C1450}"/>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568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c">
    <p:spTree>
      <p:nvGrpSpPr>
        <p:cNvPr id="1" name=""/>
        <p:cNvGrpSpPr/>
        <p:nvPr/>
      </p:nvGrpSpPr>
      <p:grpSpPr>
        <a:xfrm>
          <a:off x="0" y="0"/>
          <a:ext cx="0" cy="0"/>
          <a:chOff x="0" y="0"/>
          <a:chExt cx="0" cy="0"/>
        </a:xfrm>
      </p:grpSpPr>
      <p:sp>
        <p:nvSpPr>
          <p:cNvPr id="6" name="Slide Number Placeholder 19">
            <a:extLst>
              <a:ext uri="{FF2B5EF4-FFF2-40B4-BE49-F238E27FC236}">
                <a16:creationId xmlns:a16="http://schemas.microsoft.com/office/drawing/2014/main" id="{D40944BA-5CC2-47BA-863C-43A8F243D9C1}"/>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dirty="0"/>
              <a:t>  |  </a:t>
            </a:r>
            <a:endParaRPr lang="en-GB" noProof="0" dirty="0"/>
          </a:p>
        </p:txBody>
      </p:sp>
      <p:cxnSp>
        <p:nvCxnSpPr>
          <p:cNvPr id="4" name="Straight Connector 3">
            <a:extLst>
              <a:ext uri="{FF2B5EF4-FFF2-40B4-BE49-F238E27FC236}">
                <a16:creationId xmlns:a16="http://schemas.microsoft.com/office/drawing/2014/main" id="{4773E22F-5139-4E5C-BC7D-709F34D35089}"/>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8761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rgbClr val="FF1243"/>
                </a:solidFill>
                <a:latin typeface="+mj-lt"/>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43" name="Graphic 42">
            <a:extLst>
              <a:ext uri="{FF2B5EF4-FFF2-40B4-BE49-F238E27FC236}">
                <a16:creationId xmlns:a16="http://schemas.microsoft.com/office/drawing/2014/main" id="{CE96131C-B81B-4A9C-A64B-413F047F1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graphicFrame>
        <p:nvGraphicFramePr>
          <p:cNvPr id="44" name="Table 17">
            <a:extLst>
              <a:ext uri="{FF2B5EF4-FFF2-40B4-BE49-F238E27FC236}">
                <a16:creationId xmlns:a16="http://schemas.microsoft.com/office/drawing/2014/main" id="{081712E7-49E5-4927-88C5-A629CBED4624}"/>
              </a:ext>
            </a:extLst>
          </p:cNvPr>
          <p:cNvGraphicFramePr>
            <a:graphicFrameLocks noGrp="1"/>
          </p:cNvGraphicFramePr>
          <p:nvPr userDrawn="1">
            <p:extLst>
              <p:ext uri="{D42A27DB-BD31-4B8C-83A1-F6EECF244321}">
                <p14:modId xmlns:p14="http://schemas.microsoft.com/office/powerpoint/2010/main" val="1808111648"/>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dirty="0" err="1">
                          <a:solidFill>
                            <a:schemeClr val="bg1"/>
                          </a:solidFill>
                        </a:rPr>
                        <a:t>Primary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dirty="0"/>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dirty="0" err="1">
                          <a:solidFill>
                            <a:schemeClr val="bg1"/>
                          </a:solidFill>
                        </a:rPr>
                        <a:t>Secondary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dirty="0">
                          <a:solidFill>
                            <a:schemeClr val="bg1"/>
                          </a:solidFill>
                        </a:rPr>
                        <a:t>Tints for </a:t>
                      </a:r>
                      <a:r>
                        <a:rPr lang="nb-NO" sz="600" b="0" dirty="0" err="1">
                          <a:solidFill>
                            <a:schemeClr val="bg1"/>
                          </a:solidFill>
                        </a:rPr>
                        <a:t>charts</a:t>
                      </a:r>
                      <a:r>
                        <a:rPr lang="nb-NO" sz="600" b="0" dirty="0">
                          <a:solidFill>
                            <a:schemeClr val="bg1"/>
                          </a:solidFill>
                        </a:rPr>
                        <a:t> </a:t>
                      </a:r>
                      <a:br>
                        <a:rPr lang="nb-NO" sz="600" b="0" dirty="0">
                          <a:solidFill>
                            <a:schemeClr val="bg1"/>
                          </a:solidFill>
                        </a:rPr>
                      </a:br>
                      <a:r>
                        <a:rPr lang="nb-NO" sz="600" b="0" dirty="0">
                          <a:solidFill>
                            <a:schemeClr val="bg1"/>
                          </a:solidFill>
                        </a:rPr>
                        <a:t>and </a:t>
                      </a:r>
                      <a:r>
                        <a:rPr lang="nb-NO" sz="600" b="0" dirty="0" err="1">
                          <a:solidFill>
                            <a:schemeClr val="bg1"/>
                          </a:solidFill>
                        </a:rPr>
                        <a:t>infographics</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dirty="0">
                          <a:solidFill>
                            <a:schemeClr val="bg1"/>
                          </a:solidFill>
                        </a:rPr>
                        <a:t>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dirty="0">
                          <a:solidFill>
                            <a:schemeClr val="bg1"/>
                          </a:solidFill>
                        </a:rPr>
                        <a:t>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dirty="0">
                          <a:solidFill>
                            <a:schemeClr val="bg1"/>
                          </a:solidFill>
                        </a:rPr>
                        <a:t>3</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dirty="0">
                          <a:solidFill>
                            <a:schemeClr val="bg1"/>
                          </a:solidFill>
                        </a:rPr>
                        <a:t>4</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dirty="0">
                          <a:solidFill>
                            <a:schemeClr val="bg1"/>
                          </a:solidFill>
                        </a:rPr>
                        <a:t>5</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dirty="0">
                          <a:solidFill>
                            <a:schemeClr val="bg1"/>
                          </a:solidFill>
                        </a:rPr>
                        <a:t>6</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dirty="0">
                          <a:solidFill>
                            <a:schemeClr val="bg1"/>
                          </a:solidFill>
                        </a:rPr>
                        <a:t>7</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dirty="0">
                          <a:solidFill>
                            <a:schemeClr val="bg1"/>
                          </a:solidFill>
                        </a:rPr>
                        <a:t>8</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dirty="0">
                          <a:solidFill>
                            <a:schemeClr val="bg1"/>
                          </a:solidFill>
                        </a:rPr>
                        <a:t>9</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dirty="0">
                          <a:solidFill>
                            <a:schemeClr val="bg1"/>
                          </a:solidFill>
                        </a:rPr>
                        <a:t>10</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dirty="0">
                          <a:solidFill>
                            <a:schemeClr val="bg1"/>
                          </a:solidFill>
                        </a:rPr>
                        <a:t>11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dirty="0">
                          <a:solidFill>
                            <a:schemeClr val="bg1"/>
                          </a:solidFill>
                        </a:rPr>
                        <a:t>12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dirty="0" err="1">
                          <a:solidFill>
                            <a:schemeClr val="bg1"/>
                          </a:solidFill>
                        </a:rPr>
                        <a:t>Supporting</a:t>
                      </a:r>
                      <a:r>
                        <a:rPr lang="nb-NO" sz="600" b="0" dirty="0">
                          <a:solidFill>
                            <a:schemeClr val="bg1"/>
                          </a:solidFill>
                        </a:rPr>
                        <a:t> </a:t>
                      </a:r>
                      <a:r>
                        <a:rPr lang="nb-NO" sz="600" b="0" dirty="0" err="1">
                          <a:solidFill>
                            <a:schemeClr val="bg1"/>
                          </a:solidFill>
                        </a:rPr>
                        <a:t>color</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dirty="0" err="1">
                          <a:solidFill>
                            <a:schemeClr val="bg1"/>
                          </a:solidFill>
                        </a:rPr>
                        <a:t>Only</a:t>
                      </a:r>
                      <a:r>
                        <a:rPr lang="nb-NO" sz="600" b="0" dirty="0">
                          <a:solidFill>
                            <a:schemeClr val="bg1"/>
                          </a:solidFill>
                        </a:rPr>
                        <a:t> </a:t>
                      </a:r>
                      <a:r>
                        <a:rPr lang="nb-NO" sz="600" b="0" dirty="0" err="1">
                          <a:solidFill>
                            <a:schemeClr val="bg1"/>
                          </a:solidFill>
                        </a:rPr>
                        <a:t>use</a:t>
                      </a:r>
                      <a:r>
                        <a:rPr lang="nb-NO" sz="600" b="0" dirty="0">
                          <a:solidFill>
                            <a:schemeClr val="bg1"/>
                          </a:solidFill>
                        </a:rPr>
                        <a:t> </a:t>
                      </a:r>
                      <a:r>
                        <a:rPr lang="nb-NO" sz="600" b="0" dirty="0" err="1">
                          <a:solidFill>
                            <a:schemeClr val="bg1"/>
                          </a:solidFill>
                        </a:rPr>
                        <a:t>if</a:t>
                      </a:r>
                      <a:r>
                        <a:rPr lang="nb-NO" sz="600" b="0" dirty="0">
                          <a:solidFill>
                            <a:schemeClr val="bg1"/>
                          </a:solidFill>
                        </a:rPr>
                        <a:t> </a:t>
                      </a:r>
                      <a:r>
                        <a:rPr lang="nb-NO" sz="600" b="0" dirty="0" err="1">
                          <a:solidFill>
                            <a:schemeClr val="bg1"/>
                          </a:solidFill>
                        </a:rPr>
                        <a:t>necessary</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4126463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rgbClr val="FF1243"/>
                </a:solidFill>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D8E30F04-5BFA-4CD7-919B-F181C8844131}"/>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63" name="Graphic 62">
            <a:extLst>
              <a:ext uri="{FF2B5EF4-FFF2-40B4-BE49-F238E27FC236}">
                <a16:creationId xmlns:a16="http://schemas.microsoft.com/office/drawing/2014/main" id="{ED8EA7F7-CE42-4F58-86E0-FBC701DFD25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graphicFrame>
        <p:nvGraphicFramePr>
          <p:cNvPr id="62" name="Table 17">
            <a:extLst>
              <a:ext uri="{FF2B5EF4-FFF2-40B4-BE49-F238E27FC236}">
                <a16:creationId xmlns:a16="http://schemas.microsoft.com/office/drawing/2014/main" id="{14BF827C-2382-4C32-80BA-940873E234CE}"/>
              </a:ext>
            </a:extLst>
          </p:cNvPr>
          <p:cNvGraphicFramePr>
            <a:graphicFrameLocks noGrp="1"/>
          </p:cNvGraphicFramePr>
          <p:nvPr userDrawn="1">
            <p:extLst>
              <p:ext uri="{D42A27DB-BD31-4B8C-83A1-F6EECF244321}">
                <p14:modId xmlns:p14="http://schemas.microsoft.com/office/powerpoint/2010/main" val="56202036"/>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dirty="0" err="1">
                          <a:solidFill>
                            <a:schemeClr val="bg1"/>
                          </a:solidFill>
                        </a:rPr>
                        <a:t>Primary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dirty="0"/>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dirty="0" err="1">
                          <a:solidFill>
                            <a:schemeClr val="bg1"/>
                          </a:solidFill>
                        </a:rPr>
                        <a:t>Secondary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FF5FF"/>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dirty="0">
                          <a:solidFill>
                            <a:schemeClr val="bg1"/>
                          </a:solidFill>
                        </a:rPr>
                        <a:t>Tints for </a:t>
                      </a:r>
                      <a:r>
                        <a:rPr lang="nb-NO" sz="600" b="0" dirty="0" err="1">
                          <a:solidFill>
                            <a:schemeClr val="bg1"/>
                          </a:solidFill>
                        </a:rPr>
                        <a:t>charts</a:t>
                      </a:r>
                      <a:r>
                        <a:rPr lang="nb-NO" sz="600" b="0" dirty="0">
                          <a:solidFill>
                            <a:schemeClr val="bg1"/>
                          </a:solidFill>
                        </a:rPr>
                        <a:t> </a:t>
                      </a:r>
                      <a:br>
                        <a:rPr lang="nb-NO" sz="600" b="0" dirty="0">
                          <a:solidFill>
                            <a:schemeClr val="bg1"/>
                          </a:solidFill>
                        </a:rPr>
                      </a:br>
                      <a:r>
                        <a:rPr lang="nb-NO" sz="600" b="0" dirty="0">
                          <a:solidFill>
                            <a:schemeClr val="bg1"/>
                          </a:solidFill>
                        </a:rPr>
                        <a:t>and </a:t>
                      </a:r>
                      <a:r>
                        <a:rPr lang="nb-NO" sz="600" b="0" dirty="0" err="1">
                          <a:solidFill>
                            <a:schemeClr val="bg1"/>
                          </a:solidFill>
                        </a:rPr>
                        <a:t>infographics</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dirty="0">
                          <a:solidFill>
                            <a:schemeClr val="bg1"/>
                          </a:solidFill>
                        </a:rPr>
                        <a:t>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dirty="0">
                          <a:solidFill>
                            <a:schemeClr val="bg1"/>
                          </a:solidFill>
                        </a:rPr>
                        <a:t>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dirty="0">
                          <a:solidFill>
                            <a:schemeClr val="bg1"/>
                          </a:solidFill>
                        </a:rPr>
                        <a:t>3</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dirty="0">
                          <a:solidFill>
                            <a:schemeClr val="bg1"/>
                          </a:solidFill>
                        </a:rPr>
                        <a:t>4</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dirty="0">
                          <a:solidFill>
                            <a:schemeClr val="bg1"/>
                          </a:solidFill>
                        </a:rPr>
                        <a:t>5</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dirty="0">
                          <a:solidFill>
                            <a:schemeClr val="bg1"/>
                          </a:solidFill>
                        </a:rPr>
                        <a:t>6</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dirty="0">
                          <a:solidFill>
                            <a:schemeClr val="bg1"/>
                          </a:solidFill>
                        </a:rPr>
                        <a:t>7</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dirty="0">
                          <a:solidFill>
                            <a:schemeClr val="bg1"/>
                          </a:solidFill>
                        </a:rPr>
                        <a:t>8</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dirty="0">
                          <a:solidFill>
                            <a:schemeClr val="bg1"/>
                          </a:solidFill>
                        </a:rPr>
                        <a:t>9</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dirty="0">
                          <a:solidFill>
                            <a:schemeClr val="bg1"/>
                          </a:solidFill>
                        </a:rPr>
                        <a:t>10</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dirty="0">
                          <a:solidFill>
                            <a:schemeClr val="bg1"/>
                          </a:solidFill>
                        </a:rPr>
                        <a:t>11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dirty="0">
                          <a:solidFill>
                            <a:schemeClr val="bg1"/>
                          </a:solidFill>
                        </a:rPr>
                        <a:t>12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dirty="0" err="1">
                          <a:solidFill>
                            <a:schemeClr val="bg1"/>
                          </a:solidFill>
                        </a:rPr>
                        <a:t>Supporting</a:t>
                      </a:r>
                      <a:r>
                        <a:rPr lang="nb-NO" sz="600" b="0" dirty="0">
                          <a:solidFill>
                            <a:schemeClr val="bg1"/>
                          </a:solidFill>
                        </a:rPr>
                        <a:t> </a:t>
                      </a:r>
                      <a:r>
                        <a:rPr lang="nb-NO" sz="600" b="0" dirty="0" err="1">
                          <a:solidFill>
                            <a:schemeClr val="bg1"/>
                          </a:solidFill>
                        </a:rPr>
                        <a:t>color</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dirty="0" err="1">
                          <a:solidFill>
                            <a:schemeClr val="bg1"/>
                          </a:solidFill>
                        </a:rPr>
                        <a:t>Only</a:t>
                      </a:r>
                      <a:r>
                        <a:rPr lang="nb-NO" sz="600" b="0" dirty="0">
                          <a:solidFill>
                            <a:schemeClr val="bg1"/>
                          </a:solidFill>
                        </a:rPr>
                        <a:t> </a:t>
                      </a:r>
                      <a:r>
                        <a:rPr lang="nb-NO" sz="600" b="0" dirty="0" err="1">
                          <a:solidFill>
                            <a:schemeClr val="bg1"/>
                          </a:solidFill>
                        </a:rPr>
                        <a:t>use</a:t>
                      </a:r>
                      <a:r>
                        <a:rPr lang="nb-NO" sz="600" b="0" dirty="0">
                          <a:solidFill>
                            <a:schemeClr val="bg1"/>
                          </a:solidFill>
                        </a:rPr>
                        <a:t> </a:t>
                      </a:r>
                      <a:r>
                        <a:rPr lang="nb-NO" sz="600" b="0" dirty="0" err="1">
                          <a:solidFill>
                            <a:schemeClr val="bg1"/>
                          </a:solidFill>
                        </a:rPr>
                        <a:t>if</a:t>
                      </a:r>
                      <a:r>
                        <a:rPr lang="nb-NO" sz="600" b="0" dirty="0">
                          <a:solidFill>
                            <a:schemeClr val="bg1"/>
                          </a:solidFill>
                        </a:rPr>
                        <a:t> </a:t>
                      </a:r>
                      <a:r>
                        <a:rPr lang="nb-NO" sz="600" b="0" dirty="0" err="1">
                          <a:solidFill>
                            <a:schemeClr val="bg1"/>
                          </a:solidFill>
                        </a:rPr>
                        <a:t>necessary</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4872556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green">
    <p:bg>
      <p:bgPr>
        <a:solidFill>
          <a:srgbClr val="E6FAE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rgbClr val="FF1243"/>
                </a:solidFill>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CA2289D4-5003-4DB9-BA05-97706D7704EC}"/>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45" name="Graphic 44">
            <a:extLst>
              <a:ext uri="{FF2B5EF4-FFF2-40B4-BE49-F238E27FC236}">
                <a16:creationId xmlns:a16="http://schemas.microsoft.com/office/drawing/2014/main" id="{14E55712-88FE-4C2E-B4BA-6EEEFCB716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graphicFrame>
        <p:nvGraphicFramePr>
          <p:cNvPr id="43" name="Table 17">
            <a:extLst>
              <a:ext uri="{FF2B5EF4-FFF2-40B4-BE49-F238E27FC236}">
                <a16:creationId xmlns:a16="http://schemas.microsoft.com/office/drawing/2014/main" id="{0AADEAF4-61F4-4ED9-94FB-F38E66E3C74C}"/>
              </a:ext>
            </a:extLst>
          </p:cNvPr>
          <p:cNvGraphicFramePr>
            <a:graphicFrameLocks noGrp="1"/>
          </p:cNvGraphicFramePr>
          <p:nvPr userDrawn="1">
            <p:extLst>
              <p:ext uri="{D42A27DB-BD31-4B8C-83A1-F6EECF244321}">
                <p14:modId xmlns:p14="http://schemas.microsoft.com/office/powerpoint/2010/main" val="758956693"/>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dirty="0" err="1">
                          <a:solidFill>
                            <a:schemeClr val="bg1"/>
                          </a:solidFill>
                        </a:rPr>
                        <a:t>Primary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dirty="0"/>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dirty="0" err="1">
                          <a:solidFill>
                            <a:schemeClr val="bg1"/>
                          </a:solidFill>
                        </a:rPr>
                        <a:t>Secondary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dirty="0">
                          <a:solidFill>
                            <a:schemeClr val="bg1"/>
                          </a:solidFill>
                        </a:rPr>
                        <a:t>Tints for </a:t>
                      </a:r>
                      <a:r>
                        <a:rPr lang="nb-NO" sz="600" b="0" dirty="0" err="1">
                          <a:solidFill>
                            <a:schemeClr val="bg1"/>
                          </a:solidFill>
                        </a:rPr>
                        <a:t>charts</a:t>
                      </a:r>
                      <a:r>
                        <a:rPr lang="nb-NO" sz="600" b="0" dirty="0">
                          <a:solidFill>
                            <a:schemeClr val="bg1"/>
                          </a:solidFill>
                        </a:rPr>
                        <a:t> </a:t>
                      </a:r>
                      <a:br>
                        <a:rPr lang="nb-NO" sz="600" b="0" dirty="0">
                          <a:solidFill>
                            <a:schemeClr val="bg1"/>
                          </a:solidFill>
                        </a:rPr>
                      </a:br>
                      <a:r>
                        <a:rPr lang="nb-NO" sz="600" b="0" dirty="0">
                          <a:solidFill>
                            <a:schemeClr val="bg1"/>
                          </a:solidFill>
                        </a:rPr>
                        <a:t>and </a:t>
                      </a:r>
                      <a:r>
                        <a:rPr lang="nb-NO" sz="600" b="0" dirty="0" err="1">
                          <a:solidFill>
                            <a:schemeClr val="bg1"/>
                          </a:solidFill>
                        </a:rPr>
                        <a:t>infographics</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dirty="0">
                          <a:solidFill>
                            <a:schemeClr val="bg1"/>
                          </a:solidFill>
                        </a:rPr>
                        <a:t>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dirty="0">
                          <a:solidFill>
                            <a:schemeClr val="bg1"/>
                          </a:solidFill>
                        </a:rPr>
                        <a:t>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dirty="0">
                          <a:solidFill>
                            <a:schemeClr val="bg1"/>
                          </a:solidFill>
                        </a:rPr>
                        <a:t>3</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dirty="0">
                          <a:solidFill>
                            <a:schemeClr val="bg1"/>
                          </a:solidFill>
                        </a:rPr>
                        <a:t>4</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dirty="0">
                          <a:solidFill>
                            <a:schemeClr val="bg1"/>
                          </a:solidFill>
                        </a:rPr>
                        <a:t>5</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dirty="0">
                          <a:solidFill>
                            <a:schemeClr val="bg1"/>
                          </a:solidFill>
                        </a:rPr>
                        <a:t>6</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dirty="0">
                          <a:solidFill>
                            <a:schemeClr val="bg1"/>
                          </a:solidFill>
                        </a:rPr>
                        <a:t>7</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dirty="0">
                          <a:solidFill>
                            <a:schemeClr val="bg1"/>
                          </a:solidFill>
                        </a:rPr>
                        <a:t>8</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dirty="0">
                          <a:solidFill>
                            <a:schemeClr val="bg1"/>
                          </a:solidFill>
                        </a:rPr>
                        <a:t>9</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dirty="0">
                          <a:solidFill>
                            <a:schemeClr val="bg1"/>
                          </a:solidFill>
                        </a:rPr>
                        <a:t>10</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dirty="0">
                          <a:solidFill>
                            <a:schemeClr val="bg1"/>
                          </a:solidFill>
                        </a:rPr>
                        <a:t>11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dirty="0">
                          <a:solidFill>
                            <a:schemeClr val="bg1"/>
                          </a:solidFill>
                        </a:rPr>
                        <a:t>12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dirty="0" err="1">
                          <a:solidFill>
                            <a:schemeClr val="bg1"/>
                          </a:solidFill>
                        </a:rPr>
                        <a:t>Supporting</a:t>
                      </a:r>
                      <a:r>
                        <a:rPr lang="nb-NO" sz="600" b="0" dirty="0">
                          <a:solidFill>
                            <a:schemeClr val="bg1"/>
                          </a:solidFill>
                        </a:rPr>
                        <a:t> </a:t>
                      </a:r>
                      <a:r>
                        <a:rPr lang="nb-NO" sz="600" b="0" dirty="0" err="1">
                          <a:solidFill>
                            <a:schemeClr val="bg1"/>
                          </a:solidFill>
                        </a:rPr>
                        <a:t>color</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dirty="0" err="1">
                          <a:solidFill>
                            <a:schemeClr val="bg1"/>
                          </a:solidFill>
                        </a:rPr>
                        <a:t>Only</a:t>
                      </a:r>
                      <a:r>
                        <a:rPr lang="nb-NO" sz="600" b="0" dirty="0">
                          <a:solidFill>
                            <a:schemeClr val="bg1"/>
                          </a:solidFill>
                        </a:rPr>
                        <a:t> </a:t>
                      </a:r>
                      <a:r>
                        <a:rPr lang="nb-NO" sz="600" b="0" dirty="0" err="1">
                          <a:solidFill>
                            <a:schemeClr val="bg1"/>
                          </a:solidFill>
                        </a:rPr>
                        <a:t>use</a:t>
                      </a:r>
                      <a:r>
                        <a:rPr lang="nb-NO" sz="600" b="0" dirty="0">
                          <a:solidFill>
                            <a:schemeClr val="bg1"/>
                          </a:solidFill>
                        </a:rPr>
                        <a:t> </a:t>
                      </a:r>
                      <a:r>
                        <a:rPr lang="nb-NO" sz="600" b="0" dirty="0" err="1">
                          <a:solidFill>
                            <a:schemeClr val="bg1"/>
                          </a:solidFill>
                        </a:rPr>
                        <a:t>if</a:t>
                      </a:r>
                      <a:r>
                        <a:rPr lang="nb-NO" sz="600" b="0" dirty="0">
                          <a:solidFill>
                            <a:schemeClr val="bg1"/>
                          </a:solidFill>
                        </a:rPr>
                        <a:t> </a:t>
                      </a:r>
                      <a:r>
                        <a:rPr lang="nb-NO" sz="600" b="0" dirty="0" err="1">
                          <a:solidFill>
                            <a:schemeClr val="bg1"/>
                          </a:solidFill>
                        </a:rPr>
                        <a:t>necessary</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42659766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wood">
    <p:bg>
      <p:bgPr>
        <a:solidFill>
          <a:srgbClr val="FFE7D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rgbClr val="FF1243"/>
                </a:solidFill>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CA2289D4-5003-4DB9-BA05-97706D7704EC}"/>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45" name="Graphic 44">
            <a:extLst>
              <a:ext uri="{FF2B5EF4-FFF2-40B4-BE49-F238E27FC236}">
                <a16:creationId xmlns:a16="http://schemas.microsoft.com/office/drawing/2014/main" id="{14E55712-88FE-4C2E-B4BA-6EEEFCB716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graphicFrame>
        <p:nvGraphicFramePr>
          <p:cNvPr id="43" name="Table 17">
            <a:extLst>
              <a:ext uri="{FF2B5EF4-FFF2-40B4-BE49-F238E27FC236}">
                <a16:creationId xmlns:a16="http://schemas.microsoft.com/office/drawing/2014/main" id="{34FFBDAD-EBA9-4934-B0BE-55B6892BDFE3}"/>
              </a:ext>
            </a:extLst>
          </p:cNvPr>
          <p:cNvGraphicFramePr>
            <a:graphicFrameLocks noGrp="1"/>
          </p:cNvGraphicFramePr>
          <p:nvPr userDrawn="1">
            <p:extLst>
              <p:ext uri="{D42A27DB-BD31-4B8C-83A1-F6EECF244321}">
                <p14:modId xmlns:p14="http://schemas.microsoft.com/office/powerpoint/2010/main" val="758956693"/>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dirty="0" err="1">
                          <a:solidFill>
                            <a:schemeClr val="bg1"/>
                          </a:solidFill>
                        </a:rPr>
                        <a:t>Primary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dirty="0"/>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dirty="0" err="1">
                          <a:solidFill>
                            <a:schemeClr val="bg1"/>
                          </a:solidFill>
                        </a:rPr>
                        <a:t>Secondary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dirty="0">
                          <a:solidFill>
                            <a:schemeClr val="bg1"/>
                          </a:solidFill>
                        </a:rPr>
                        <a:t>Tints for </a:t>
                      </a:r>
                      <a:r>
                        <a:rPr lang="nb-NO" sz="600" b="0" dirty="0" err="1">
                          <a:solidFill>
                            <a:schemeClr val="bg1"/>
                          </a:solidFill>
                        </a:rPr>
                        <a:t>charts</a:t>
                      </a:r>
                      <a:r>
                        <a:rPr lang="nb-NO" sz="600" b="0" dirty="0">
                          <a:solidFill>
                            <a:schemeClr val="bg1"/>
                          </a:solidFill>
                        </a:rPr>
                        <a:t> </a:t>
                      </a:r>
                      <a:br>
                        <a:rPr lang="nb-NO" sz="600" b="0" dirty="0">
                          <a:solidFill>
                            <a:schemeClr val="bg1"/>
                          </a:solidFill>
                        </a:rPr>
                      </a:br>
                      <a:r>
                        <a:rPr lang="nb-NO" sz="600" b="0" dirty="0">
                          <a:solidFill>
                            <a:schemeClr val="bg1"/>
                          </a:solidFill>
                        </a:rPr>
                        <a:t>and </a:t>
                      </a:r>
                      <a:r>
                        <a:rPr lang="nb-NO" sz="600" b="0" dirty="0" err="1">
                          <a:solidFill>
                            <a:schemeClr val="bg1"/>
                          </a:solidFill>
                        </a:rPr>
                        <a:t>infographics</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dirty="0">
                          <a:solidFill>
                            <a:schemeClr val="bg1"/>
                          </a:solidFill>
                        </a:rPr>
                        <a:t>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dirty="0">
                          <a:solidFill>
                            <a:schemeClr val="bg1"/>
                          </a:solidFill>
                        </a:rPr>
                        <a:t>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dirty="0">
                          <a:solidFill>
                            <a:schemeClr val="bg1"/>
                          </a:solidFill>
                        </a:rPr>
                        <a:t>3</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dirty="0">
                          <a:solidFill>
                            <a:schemeClr val="bg1"/>
                          </a:solidFill>
                        </a:rPr>
                        <a:t>4</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dirty="0">
                          <a:solidFill>
                            <a:schemeClr val="bg1"/>
                          </a:solidFill>
                        </a:rPr>
                        <a:t>5</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dirty="0">
                          <a:solidFill>
                            <a:schemeClr val="bg1"/>
                          </a:solidFill>
                        </a:rPr>
                        <a:t>6</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dirty="0">
                          <a:solidFill>
                            <a:schemeClr val="bg1"/>
                          </a:solidFill>
                        </a:rPr>
                        <a:t>7</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dirty="0">
                          <a:solidFill>
                            <a:schemeClr val="bg1"/>
                          </a:solidFill>
                        </a:rPr>
                        <a:t>8</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dirty="0">
                          <a:solidFill>
                            <a:schemeClr val="bg1"/>
                          </a:solidFill>
                        </a:rPr>
                        <a:t>9</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dirty="0">
                          <a:solidFill>
                            <a:schemeClr val="bg1"/>
                          </a:solidFill>
                        </a:rPr>
                        <a:t>10</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dirty="0">
                          <a:solidFill>
                            <a:schemeClr val="bg1"/>
                          </a:solidFill>
                        </a:rPr>
                        <a:t>11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dirty="0">
                          <a:solidFill>
                            <a:schemeClr val="bg1"/>
                          </a:solidFill>
                        </a:rPr>
                        <a:t>12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dirty="0" err="1">
                          <a:solidFill>
                            <a:schemeClr val="bg1"/>
                          </a:solidFill>
                        </a:rPr>
                        <a:t>Supporting</a:t>
                      </a:r>
                      <a:r>
                        <a:rPr lang="nb-NO" sz="600" b="0" dirty="0">
                          <a:solidFill>
                            <a:schemeClr val="bg1"/>
                          </a:solidFill>
                        </a:rPr>
                        <a:t> </a:t>
                      </a:r>
                      <a:r>
                        <a:rPr lang="nb-NO" sz="600" b="0" dirty="0" err="1">
                          <a:solidFill>
                            <a:schemeClr val="bg1"/>
                          </a:solidFill>
                        </a:rPr>
                        <a:t>color</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dirty="0" err="1">
                          <a:solidFill>
                            <a:schemeClr val="bg1"/>
                          </a:solidFill>
                        </a:rPr>
                        <a:t>Only</a:t>
                      </a:r>
                      <a:r>
                        <a:rPr lang="nb-NO" sz="600" b="0" dirty="0">
                          <a:solidFill>
                            <a:schemeClr val="bg1"/>
                          </a:solidFill>
                        </a:rPr>
                        <a:t> </a:t>
                      </a:r>
                      <a:r>
                        <a:rPr lang="nb-NO" sz="600" b="0" dirty="0" err="1">
                          <a:solidFill>
                            <a:schemeClr val="bg1"/>
                          </a:solidFill>
                        </a:rPr>
                        <a:t>use</a:t>
                      </a:r>
                      <a:r>
                        <a:rPr lang="nb-NO" sz="600" b="0" dirty="0">
                          <a:solidFill>
                            <a:schemeClr val="bg1"/>
                          </a:solidFill>
                        </a:rPr>
                        <a:t> </a:t>
                      </a:r>
                      <a:r>
                        <a:rPr lang="nb-NO" sz="600" b="0" dirty="0" err="1">
                          <a:solidFill>
                            <a:schemeClr val="bg1"/>
                          </a:solidFill>
                        </a:rPr>
                        <a:t>if</a:t>
                      </a:r>
                      <a:r>
                        <a:rPr lang="nb-NO" sz="600" b="0" dirty="0">
                          <a:solidFill>
                            <a:schemeClr val="bg1"/>
                          </a:solidFill>
                        </a:rPr>
                        <a:t> </a:t>
                      </a:r>
                      <a:r>
                        <a:rPr lang="nb-NO" sz="600" b="0" dirty="0" err="1">
                          <a:solidFill>
                            <a:schemeClr val="bg1"/>
                          </a:solidFill>
                        </a:rPr>
                        <a:t>necessary</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25858200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slate">
    <p:bg>
      <p:bgPr>
        <a:solidFill>
          <a:srgbClr val="24374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rgbClr val="FF1243"/>
                </a:solidFill>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F5136A9E-1D77-433D-9BC7-E4443525AFD7}"/>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45" name="Graphic 44">
            <a:extLst>
              <a:ext uri="{FF2B5EF4-FFF2-40B4-BE49-F238E27FC236}">
                <a16:creationId xmlns:a16="http://schemas.microsoft.com/office/drawing/2014/main" id="{F6E765D1-7CCC-47DB-8355-6A6FD380CEF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graphicFrame>
        <p:nvGraphicFramePr>
          <p:cNvPr id="43" name="Table 17">
            <a:extLst>
              <a:ext uri="{FF2B5EF4-FFF2-40B4-BE49-F238E27FC236}">
                <a16:creationId xmlns:a16="http://schemas.microsoft.com/office/drawing/2014/main" id="{5795FEB2-A6E1-46A4-87A1-E595F61F75B1}"/>
              </a:ext>
            </a:extLst>
          </p:cNvPr>
          <p:cNvGraphicFramePr>
            <a:graphicFrameLocks noGrp="1"/>
          </p:cNvGraphicFramePr>
          <p:nvPr userDrawn="1">
            <p:extLst>
              <p:ext uri="{D42A27DB-BD31-4B8C-83A1-F6EECF244321}">
                <p14:modId xmlns:p14="http://schemas.microsoft.com/office/powerpoint/2010/main" val="758956693"/>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dirty="0" err="1">
                          <a:solidFill>
                            <a:schemeClr val="bg1"/>
                          </a:solidFill>
                        </a:rPr>
                        <a:t>Primary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dirty="0"/>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dirty="0" err="1">
                          <a:solidFill>
                            <a:schemeClr val="bg1"/>
                          </a:solidFill>
                        </a:rPr>
                        <a:t>Secondary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dirty="0">
                          <a:solidFill>
                            <a:schemeClr val="bg1"/>
                          </a:solidFill>
                        </a:rPr>
                        <a:t>Tints for </a:t>
                      </a:r>
                      <a:r>
                        <a:rPr lang="nb-NO" sz="600" b="0" dirty="0" err="1">
                          <a:solidFill>
                            <a:schemeClr val="bg1"/>
                          </a:solidFill>
                        </a:rPr>
                        <a:t>charts</a:t>
                      </a:r>
                      <a:r>
                        <a:rPr lang="nb-NO" sz="600" b="0" dirty="0">
                          <a:solidFill>
                            <a:schemeClr val="bg1"/>
                          </a:solidFill>
                        </a:rPr>
                        <a:t> </a:t>
                      </a:r>
                      <a:br>
                        <a:rPr lang="nb-NO" sz="600" b="0" dirty="0">
                          <a:solidFill>
                            <a:schemeClr val="bg1"/>
                          </a:solidFill>
                        </a:rPr>
                      </a:br>
                      <a:r>
                        <a:rPr lang="nb-NO" sz="600" b="0" dirty="0">
                          <a:solidFill>
                            <a:schemeClr val="bg1"/>
                          </a:solidFill>
                        </a:rPr>
                        <a:t>and </a:t>
                      </a:r>
                      <a:r>
                        <a:rPr lang="nb-NO" sz="600" b="0" dirty="0" err="1">
                          <a:solidFill>
                            <a:schemeClr val="bg1"/>
                          </a:solidFill>
                        </a:rPr>
                        <a:t>infographics</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dirty="0">
                          <a:solidFill>
                            <a:schemeClr val="bg1"/>
                          </a:solidFill>
                        </a:rPr>
                        <a:t>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dirty="0">
                          <a:solidFill>
                            <a:schemeClr val="bg1"/>
                          </a:solidFill>
                        </a:rPr>
                        <a:t>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dirty="0">
                          <a:solidFill>
                            <a:schemeClr val="bg1"/>
                          </a:solidFill>
                        </a:rPr>
                        <a:t>3</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dirty="0">
                          <a:solidFill>
                            <a:schemeClr val="bg1"/>
                          </a:solidFill>
                        </a:rPr>
                        <a:t>4</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dirty="0">
                          <a:solidFill>
                            <a:schemeClr val="bg1"/>
                          </a:solidFill>
                        </a:rPr>
                        <a:t>5</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dirty="0">
                          <a:solidFill>
                            <a:schemeClr val="bg1"/>
                          </a:solidFill>
                        </a:rPr>
                        <a:t>6</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dirty="0">
                          <a:solidFill>
                            <a:schemeClr val="bg1"/>
                          </a:solidFill>
                        </a:rPr>
                        <a:t>7</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dirty="0">
                          <a:solidFill>
                            <a:schemeClr val="bg1"/>
                          </a:solidFill>
                        </a:rPr>
                        <a:t>8</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dirty="0">
                          <a:solidFill>
                            <a:schemeClr val="bg1"/>
                          </a:solidFill>
                        </a:rPr>
                        <a:t>9</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dirty="0">
                          <a:solidFill>
                            <a:schemeClr val="bg1"/>
                          </a:solidFill>
                        </a:rPr>
                        <a:t>10</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dirty="0">
                          <a:solidFill>
                            <a:schemeClr val="bg1"/>
                          </a:solidFill>
                        </a:rPr>
                        <a:t>11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dirty="0">
                          <a:solidFill>
                            <a:schemeClr val="bg1"/>
                          </a:solidFill>
                        </a:rPr>
                        <a:t>12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dirty="0" err="1">
                          <a:solidFill>
                            <a:schemeClr val="bg1"/>
                          </a:solidFill>
                        </a:rPr>
                        <a:t>Supporting</a:t>
                      </a:r>
                      <a:r>
                        <a:rPr lang="nb-NO" sz="600" b="0" dirty="0">
                          <a:solidFill>
                            <a:schemeClr val="bg1"/>
                          </a:solidFill>
                        </a:rPr>
                        <a:t> </a:t>
                      </a:r>
                      <a:r>
                        <a:rPr lang="nb-NO" sz="600" b="0" dirty="0" err="1">
                          <a:solidFill>
                            <a:schemeClr val="bg1"/>
                          </a:solidFill>
                        </a:rPr>
                        <a:t>color</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dirty="0" err="1">
                          <a:solidFill>
                            <a:schemeClr val="bg1"/>
                          </a:solidFill>
                        </a:rPr>
                        <a:t>Only</a:t>
                      </a:r>
                      <a:r>
                        <a:rPr lang="nb-NO" sz="600" b="0" dirty="0">
                          <a:solidFill>
                            <a:schemeClr val="bg1"/>
                          </a:solidFill>
                        </a:rPr>
                        <a:t> </a:t>
                      </a:r>
                      <a:r>
                        <a:rPr lang="nb-NO" sz="600" b="0" dirty="0" err="1">
                          <a:solidFill>
                            <a:schemeClr val="bg1"/>
                          </a:solidFill>
                        </a:rPr>
                        <a:t>use</a:t>
                      </a:r>
                      <a:r>
                        <a:rPr lang="nb-NO" sz="600" b="0" dirty="0">
                          <a:solidFill>
                            <a:schemeClr val="bg1"/>
                          </a:solidFill>
                        </a:rPr>
                        <a:t> </a:t>
                      </a:r>
                      <a:r>
                        <a:rPr lang="nb-NO" sz="600" b="0" dirty="0" err="1">
                          <a:solidFill>
                            <a:schemeClr val="bg1"/>
                          </a:solidFill>
                        </a:rPr>
                        <a:t>if</a:t>
                      </a:r>
                      <a:r>
                        <a:rPr lang="nb-NO" sz="600" b="0" dirty="0">
                          <a:solidFill>
                            <a:schemeClr val="bg1"/>
                          </a:solidFill>
                        </a:rPr>
                        <a:t> </a:t>
                      </a:r>
                      <a:r>
                        <a:rPr lang="nb-NO" sz="600" b="0" dirty="0" err="1">
                          <a:solidFill>
                            <a:schemeClr val="bg1"/>
                          </a:solidFill>
                        </a:rPr>
                        <a:t>necessary</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37339774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 Dark image">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33539" cy="3512621"/>
          </a:xfrm>
        </p:spPr>
        <p:txBody>
          <a:bodyPr tIns="0" bIns="0" anchor="b"/>
          <a:lstStyle>
            <a:lvl1pPr algn="l">
              <a:lnSpc>
                <a:spcPct val="100000"/>
              </a:lnSpc>
              <a:defRPr sz="3200">
                <a:solidFill>
                  <a:schemeClr val="bg1"/>
                </a:solidFill>
              </a:defRPr>
            </a:lvl1pPr>
          </a:lstStyle>
          <a:p>
            <a:r>
              <a:rPr lang="en-US" noProof="0"/>
              <a:t>Click to edit Master title style</a:t>
            </a:r>
            <a:endParaRPr lang="en-GB" noProof="0" dirty="0"/>
          </a:p>
        </p:txBody>
      </p:sp>
      <p:sp>
        <p:nvSpPr>
          <p:cNvPr id="4" name="imageSlide" hidden="1">
            <a:extLst>
              <a:ext uri="{FF2B5EF4-FFF2-40B4-BE49-F238E27FC236}">
                <a16:creationId xmlns:a16="http://schemas.microsoft.com/office/drawing/2014/main" id="{223DF67C-B2C0-4D3F-B59F-8AB119B6729D}"/>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5" name="Undertittel 2">
            <a:extLst>
              <a:ext uri="{FF2B5EF4-FFF2-40B4-BE49-F238E27FC236}">
                <a16:creationId xmlns:a16="http://schemas.microsoft.com/office/drawing/2014/main" id="{4C73CA65-0E28-4A2B-9830-7E41A5ABE94B}"/>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46" name="Graphic 45">
            <a:extLst>
              <a:ext uri="{FF2B5EF4-FFF2-40B4-BE49-F238E27FC236}">
                <a16:creationId xmlns:a16="http://schemas.microsoft.com/office/drawing/2014/main" id="{C7A0A1BD-DBA1-4EE2-8209-D24909FF729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graphicFrame>
        <p:nvGraphicFramePr>
          <p:cNvPr id="44" name="Table 17">
            <a:extLst>
              <a:ext uri="{FF2B5EF4-FFF2-40B4-BE49-F238E27FC236}">
                <a16:creationId xmlns:a16="http://schemas.microsoft.com/office/drawing/2014/main" id="{F4E15BC6-9E3C-4D7C-95C3-FC5C3D554439}"/>
              </a:ext>
            </a:extLst>
          </p:cNvPr>
          <p:cNvGraphicFramePr>
            <a:graphicFrameLocks noGrp="1"/>
          </p:cNvGraphicFramePr>
          <p:nvPr userDrawn="1">
            <p:extLst>
              <p:ext uri="{D42A27DB-BD31-4B8C-83A1-F6EECF244321}">
                <p14:modId xmlns:p14="http://schemas.microsoft.com/office/powerpoint/2010/main" val="758956693"/>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dirty="0" err="1">
                          <a:solidFill>
                            <a:schemeClr val="bg1"/>
                          </a:solidFill>
                        </a:rPr>
                        <a:t>Primary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dirty="0"/>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dirty="0" err="1">
                          <a:solidFill>
                            <a:schemeClr val="bg1"/>
                          </a:solidFill>
                        </a:rPr>
                        <a:t>Secondary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dirty="0">
                          <a:solidFill>
                            <a:schemeClr val="bg1"/>
                          </a:solidFill>
                        </a:rPr>
                        <a:t>Tints for </a:t>
                      </a:r>
                      <a:r>
                        <a:rPr lang="nb-NO" sz="600" b="0" dirty="0" err="1">
                          <a:solidFill>
                            <a:schemeClr val="bg1"/>
                          </a:solidFill>
                        </a:rPr>
                        <a:t>charts</a:t>
                      </a:r>
                      <a:r>
                        <a:rPr lang="nb-NO" sz="600" b="0" dirty="0">
                          <a:solidFill>
                            <a:schemeClr val="bg1"/>
                          </a:solidFill>
                        </a:rPr>
                        <a:t> </a:t>
                      </a:r>
                      <a:br>
                        <a:rPr lang="nb-NO" sz="600" b="0" dirty="0">
                          <a:solidFill>
                            <a:schemeClr val="bg1"/>
                          </a:solidFill>
                        </a:rPr>
                      </a:br>
                      <a:r>
                        <a:rPr lang="nb-NO" sz="600" b="0" dirty="0">
                          <a:solidFill>
                            <a:schemeClr val="bg1"/>
                          </a:solidFill>
                        </a:rPr>
                        <a:t>and </a:t>
                      </a:r>
                      <a:r>
                        <a:rPr lang="nb-NO" sz="600" b="0" dirty="0" err="1">
                          <a:solidFill>
                            <a:schemeClr val="bg1"/>
                          </a:solidFill>
                        </a:rPr>
                        <a:t>infographics</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dirty="0">
                          <a:solidFill>
                            <a:schemeClr val="bg1"/>
                          </a:solidFill>
                        </a:rPr>
                        <a:t>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dirty="0">
                          <a:solidFill>
                            <a:schemeClr val="bg1"/>
                          </a:solidFill>
                        </a:rPr>
                        <a:t>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dirty="0">
                          <a:solidFill>
                            <a:schemeClr val="bg1"/>
                          </a:solidFill>
                        </a:rPr>
                        <a:t>3</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dirty="0">
                          <a:solidFill>
                            <a:schemeClr val="bg1"/>
                          </a:solidFill>
                        </a:rPr>
                        <a:t>4</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dirty="0">
                          <a:solidFill>
                            <a:schemeClr val="bg1"/>
                          </a:solidFill>
                        </a:rPr>
                        <a:t>5</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dirty="0">
                          <a:solidFill>
                            <a:schemeClr val="bg1"/>
                          </a:solidFill>
                        </a:rPr>
                        <a:t>6</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dirty="0">
                          <a:solidFill>
                            <a:schemeClr val="bg1"/>
                          </a:solidFill>
                        </a:rPr>
                        <a:t>7</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dirty="0">
                          <a:solidFill>
                            <a:schemeClr val="bg1"/>
                          </a:solidFill>
                        </a:rPr>
                        <a:t>8</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dirty="0">
                          <a:solidFill>
                            <a:schemeClr val="bg1"/>
                          </a:solidFill>
                        </a:rPr>
                        <a:t>9</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dirty="0">
                          <a:solidFill>
                            <a:schemeClr val="bg1"/>
                          </a:solidFill>
                        </a:rPr>
                        <a:t>10</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dirty="0">
                          <a:solidFill>
                            <a:schemeClr val="bg1"/>
                          </a:solidFill>
                        </a:rPr>
                        <a:t>11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dirty="0">
                          <a:solidFill>
                            <a:schemeClr val="bg1"/>
                          </a:solidFill>
                        </a:rPr>
                        <a:t>12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dirty="0" err="1">
                          <a:solidFill>
                            <a:schemeClr val="bg1"/>
                          </a:solidFill>
                        </a:rPr>
                        <a:t>Supporting</a:t>
                      </a:r>
                      <a:r>
                        <a:rPr lang="nb-NO" sz="600" b="0" dirty="0">
                          <a:solidFill>
                            <a:schemeClr val="bg1"/>
                          </a:solidFill>
                        </a:rPr>
                        <a:t> </a:t>
                      </a:r>
                      <a:r>
                        <a:rPr lang="nb-NO" sz="600" b="0" dirty="0" err="1">
                          <a:solidFill>
                            <a:schemeClr val="bg1"/>
                          </a:solidFill>
                        </a:rPr>
                        <a:t>color</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dirty="0" err="1">
                          <a:solidFill>
                            <a:schemeClr val="bg1"/>
                          </a:solidFill>
                        </a:rPr>
                        <a:t>Only</a:t>
                      </a:r>
                      <a:r>
                        <a:rPr lang="nb-NO" sz="600" b="0" dirty="0">
                          <a:solidFill>
                            <a:schemeClr val="bg1"/>
                          </a:solidFill>
                        </a:rPr>
                        <a:t> </a:t>
                      </a:r>
                      <a:r>
                        <a:rPr lang="nb-NO" sz="600" b="0" dirty="0" err="1">
                          <a:solidFill>
                            <a:schemeClr val="bg1"/>
                          </a:solidFill>
                        </a:rPr>
                        <a:t>use</a:t>
                      </a:r>
                      <a:r>
                        <a:rPr lang="nb-NO" sz="600" b="0" dirty="0">
                          <a:solidFill>
                            <a:schemeClr val="bg1"/>
                          </a:solidFill>
                        </a:rPr>
                        <a:t> </a:t>
                      </a:r>
                      <a:r>
                        <a:rPr lang="nb-NO" sz="600" b="0" dirty="0" err="1">
                          <a:solidFill>
                            <a:schemeClr val="bg1"/>
                          </a:solidFill>
                        </a:rPr>
                        <a:t>if</a:t>
                      </a:r>
                      <a:r>
                        <a:rPr lang="nb-NO" sz="600" b="0" dirty="0">
                          <a:solidFill>
                            <a:schemeClr val="bg1"/>
                          </a:solidFill>
                        </a:rPr>
                        <a:t> </a:t>
                      </a:r>
                      <a:r>
                        <a:rPr lang="nb-NO" sz="600" b="0" dirty="0" err="1">
                          <a:solidFill>
                            <a:schemeClr val="bg1"/>
                          </a:solidFill>
                        </a:rPr>
                        <a:t>necessary</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438197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33539" cy="3520600"/>
          </a:xfrm>
        </p:spPr>
        <p:txBody>
          <a:bodyPr tIns="0" bIns="0" anchor="b"/>
          <a:lstStyle>
            <a:lvl1pPr algn="l">
              <a:lnSpc>
                <a:spcPct val="100000"/>
              </a:lnSpc>
              <a:defRPr sz="3200">
                <a:solidFill>
                  <a:srgbClr val="FF1243"/>
                </a:solidFill>
              </a:defRPr>
            </a:lvl1pPr>
          </a:lstStyle>
          <a:p>
            <a:r>
              <a:rPr lang="en-US" noProof="0"/>
              <a:t>Click to edit Master title style</a:t>
            </a:r>
            <a:endParaRPr lang="en-GB" noProof="0" dirty="0"/>
          </a:p>
        </p:txBody>
      </p:sp>
      <p:sp>
        <p:nvSpPr>
          <p:cNvPr id="7" name="imageSlide" hidden="1">
            <a:extLst>
              <a:ext uri="{FF2B5EF4-FFF2-40B4-BE49-F238E27FC236}">
                <a16:creationId xmlns:a16="http://schemas.microsoft.com/office/drawing/2014/main" id="{03A0DBB0-FFD4-4EE1-8049-02A1360D68B5}"/>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5" name="Undertittel 2">
            <a:extLst>
              <a:ext uri="{FF2B5EF4-FFF2-40B4-BE49-F238E27FC236}">
                <a16:creationId xmlns:a16="http://schemas.microsoft.com/office/drawing/2014/main" id="{283EC197-AC2F-4210-BB53-22D8D21BC123}"/>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46" name="Graphic 45">
            <a:extLst>
              <a:ext uri="{FF2B5EF4-FFF2-40B4-BE49-F238E27FC236}">
                <a16:creationId xmlns:a16="http://schemas.microsoft.com/office/drawing/2014/main" id="{007BC185-FB8B-4E9A-BF3E-3D8A1F9BCF7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graphicFrame>
        <p:nvGraphicFramePr>
          <p:cNvPr id="44" name="Table 17">
            <a:extLst>
              <a:ext uri="{FF2B5EF4-FFF2-40B4-BE49-F238E27FC236}">
                <a16:creationId xmlns:a16="http://schemas.microsoft.com/office/drawing/2014/main" id="{1D7DACB7-2B7C-4558-9721-A3D7E89BCFF9}"/>
              </a:ext>
            </a:extLst>
          </p:cNvPr>
          <p:cNvGraphicFramePr>
            <a:graphicFrameLocks noGrp="1"/>
          </p:cNvGraphicFramePr>
          <p:nvPr userDrawn="1">
            <p:extLst>
              <p:ext uri="{D42A27DB-BD31-4B8C-83A1-F6EECF244321}">
                <p14:modId xmlns:p14="http://schemas.microsoft.com/office/powerpoint/2010/main" val="758956693"/>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dirty="0" err="1">
                          <a:solidFill>
                            <a:schemeClr val="bg1"/>
                          </a:solidFill>
                        </a:rPr>
                        <a:t>Primary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dirty="0"/>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dirty="0" err="1">
                          <a:solidFill>
                            <a:schemeClr val="bg1"/>
                          </a:solidFill>
                        </a:rPr>
                        <a:t>Secondary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dirty="0">
                          <a:solidFill>
                            <a:schemeClr val="bg1"/>
                          </a:solidFill>
                        </a:rPr>
                        <a:t>Tints for </a:t>
                      </a:r>
                      <a:r>
                        <a:rPr lang="nb-NO" sz="600" b="0" dirty="0" err="1">
                          <a:solidFill>
                            <a:schemeClr val="bg1"/>
                          </a:solidFill>
                        </a:rPr>
                        <a:t>charts</a:t>
                      </a:r>
                      <a:r>
                        <a:rPr lang="nb-NO" sz="600" b="0" dirty="0">
                          <a:solidFill>
                            <a:schemeClr val="bg1"/>
                          </a:solidFill>
                        </a:rPr>
                        <a:t> </a:t>
                      </a:r>
                      <a:br>
                        <a:rPr lang="nb-NO" sz="600" b="0" dirty="0">
                          <a:solidFill>
                            <a:schemeClr val="bg1"/>
                          </a:solidFill>
                        </a:rPr>
                      </a:br>
                      <a:r>
                        <a:rPr lang="nb-NO" sz="600" b="0" dirty="0">
                          <a:solidFill>
                            <a:schemeClr val="bg1"/>
                          </a:solidFill>
                        </a:rPr>
                        <a:t>and </a:t>
                      </a:r>
                      <a:r>
                        <a:rPr lang="nb-NO" sz="600" b="0" dirty="0" err="1">
                          <a:solidFill>
                            <a:schemeClr val="bg1"/>
                          </a:solidFill>
                        </a:rPr>
                        <a:t>infographics</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dirty="0">
                          <a:solidFill>
                            <a:schemeClr val="bg1"/>
                          </a:solidFill>
                        </a:rPr>
                        <a:t>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dirty="0">
                          <a:solidFill>
                            <a:schemeClr val="bg1"/>
                          </a:solidFill>
                        </a:rPr>
                        <a:t>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dirty="0">
                          <a:solidFill>
                            <a:schemeClr val="bg1"/>
                          </a:solidFill>
                        </a:rPr>
                        <a:t>3</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dirty="0">
                          <a:solidFill>
                            <a:schemeClr val="bg1"/>
                          </a:solidFill>
                        </a:rPr>
                        <a:t>4</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dirty="0">
                          <a:solidFill>
                            <a:schemeClr val="bg1"/>
                          </a:solidFill>
                        </a:rPr>
                        <a:t>5</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dirty="0">
                          <a:solidFill>
                            <a:schemeClr val="bg1"/>
                          </a:solidFill>
                        </a:rPr>
                        <a:t>6</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dirty="0">
                          <a:solidFill>
                            <a:schemeClr val="bg1"/>
                          </a:solidFill>
                        </a:rPr>
                        <a:t>7</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dirty="0">
                          <a:solidFill>
                            <a:schemeClr val="bg1"/>
                          </a:solidFill>
                        </a:rPr>
                        <a:t>8</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dirty="0">
                          <a:solidFill>
                            <a:schemeClr val="bg1"/>
                          </a:solidFill>
                        </a:rPr>
                        <a:t>9</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dirty="0">
                          <a:solidFill>
                            <a:schemeClr val="bg1"/>
                          </a:solidFill>
                        </a:rPr>
                        <a:t>10</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dirty="0">
                          <a:solidFill>
                            <a:schemeClr val="bg1"/>
                          </a:solidFill>
                        </a:rPr>
                        <a:t>11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dirty="0">
                          <a:solidFill>
                            <a:schemeClr val="bg1"/>
                          </a:solidFill>
                        </a:rPr>
                        <a:t>12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dirty="0" err="1">
                          <a:solidFill>
                            <a:schemeClr val="bg1"/>
                          </a:solidFill>
                        </a:rPr>
                        <a:t>Supporting</a:t>
                      </a:r>
                      <a:r>
                        <a:rPr lang="nb-NO" sz="600" b="0" dirty="0">
                          <a:solidFill>
                            <a:schemeClr val="bg1"/>
                          </a:solidFill>
                        </a:rPr>
                        <a:t> </a:t>
                      </a:r>
                      <a:r>
                        <a:rPr lang="nb-NO" sz="600" b="0" dirty="0" err="1">
                          <a:solidFill>
                            <a:schemeClr val="bg1"/>
                          </a:solidFill>
                        </a:rPr>
                        <a:t>color</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dirty="0" err="1">
                          <a:solidFill>
                            <a:schemeClr val="bg1"/>
                          </a:solidFill>
                        </a:rPr>
                        <a:t>Only</a:t>
                      </a:r>
                      <a:r>
                        <a:rPr lang="nb-NO" sz="600" b="0" dirty="0">
                          <a:solidFill>
                            <a:schemeClr val="bg1"/>
                          </a:solidFill>
                        </a:rPr>
                        <a:t> </a:t>
                      </a:r>
                      <a:r>
                        <a:rPr lang="nb-NO" sz="600" b="0" dirty="0" err="1">
                          <a:solidFill>
                            <a:schemeClr val="bg1"/>
                          </a:solidFill>
                        </a:rPr>
                        <a:t>use</a:t>
                      </a:r>
                      <a:r>
                        <a:rPr lang="nb-NO" sz="600" b="0" dirty="0">
                          <a:solidFill>
                            <a:schemeClr val="bg1"/>
                          </a:solidFill>
                        </a:rPr>
                        <a:t> </a:t>
                      </a:r>
                      <a:r>
                        <a:rPr lang="nb-NO" sz="600" b="0" dirty="0" err="1">
                          <a:solidFill>
                            <a:schemeClr val="bg1"/>
                          </a:solidFill>
                        </a:rPr>
                        <a:t>if</a:t>
                      </a:r>
                      <a:r>
                        <a:rPr lang="nb-NO" sz="600" b="0" dirty="0">
                          <a:solidFill>
                            <a:schemeClr val="bg1"/>
                          </a:solidFill>
                        </a:rPr>
                        <a:t> </a:t>
                      </a:r>
                      <a:r>
                        <a:rPr lang="nb-NO" sz="600" b="0" dirty="0" err="1">
                          <a:solidFill>
                            <a:schemeClr val="bg1"/>
                          </a:solidFill>
                        </a:rPr>
                        <a:t>necessary</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2556241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losing credits - animated log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555B974-3DC1-44AE-96AE-E5BC33594F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9843" y="481976"/>
            <a:ext cx="1452576" cy="1126800"/>
          </a:xfrm>
          <a:prstGeom prst="rect">
            <a:avLst/>
          </a:prstGeom>
          <a:ln>
            <a:noFill/>
          </a:ln>
        </p:spPr>
      </p:pic>
      <p:sp>
        <p:nvSpPr>
          <p:cNvPr id="6" name="Rectangle 5">
            <a:extLst>
              <a:ext uri="{FF2B5EF4-FFF2-40B4-BE49-F238E27FC236}">
                <a16:creationId xmlns:a16="http://schemas.microsoft.com/office/drawing/2014/main" id="{01E21570-2B89-43CC-8DEE-216454BE3068}"/>
              </a:ext>
            </a:extLst>
          </p:cNvPr>
          <p:cNvSpPr/>
          <p:nvPr userDrawn="1"/>
        </p:nvSpPr>
        <p:spPr>
          <a:xfrm>
            <a:off x="695325" y="5799751"/>
            <a:ext cx="10801350" cy="7047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GB" sz="1000" b="0" i="0" u="none" strike="noStrike" kern="1200" cap="none" spc="0" normalizeH="0" baseline="0" noProof="0" dirty="0">
                <a:ln>
                  <a:noFill/>
                </a:ln>
                <a:solidFill>
                  <a:srgbClr val="243746"/>
                </a:solidFill>
                <a:effectLst/>
                <a:uLnTx/>
                <a:uFillTx/>
                <a:latin typeface="+mj-lt"/>
                <a:ea typeface="+mn-ea"/>
                <a:cs typeface="Arial" charset="0"/>
              </a:rPr>
              <a:t>© Equinor ASA</a:t>
            </a:r>
            <a:endParaRPr kumimoji="0" lang="en-GB" sz="1000" b="0" i="0" u="none" strike="noStrike" kern="1200" cap="none" spc="0" normalizeH="0" baseline="0" noProof="0" dirty="0">
              <a:ln>
                <a:noFill/>
              </a:ln>
              <a:solidFill>
                <a:srgbClr val="243746"/>
              </a:solidFill>
              <a:effectLst/>
              <a:uLnTx/>
              <a:uFillTx/>
              <a:latin typeface="+mn-lt"/>
              <a:ea typeface="+mn-ea"/>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700" b="0" i="0" u="none" strike="noStrike" kern="1200" cap="none" spc="0" normalizeH="0" baseline="0" noProof="0" dirty="0">
                <a:ln>
                  <a:noFill/>
                </a:ln>
                <a:solidFill>
                  <a:srgbClr val="243746"/>
                </a:solidFill>
                <a:effectLst/>
                <a:uLnTx/>
                <a:uFillTx/>
                <a:latin typeface="+mn-lt"/>
                <a:ea typeface="Verdana" panose="020B0604030504040204" pitchFamily="34" charset="0"/>
                <a:cs typeface="Verdana" panose="020B0604030504040204" pitchFamily="34" charset="0"/>
              </a:rPr>
              <a:t>This presentation, including the contents and arrangement of the contents of each individual page or the collection of the pages, is owned by Equinor. Copyright to all material including, but not limited to, written material, photographs, drawings, images, tables and data remains the property of Equinor. All rights reserved. Any other use, reproduction, translation, adaption, arrangement, alteration, distribution or storage of this presentation, in whole or in part, without the prior written permission of Equinor is prohibited. The information contained in this presentation may not be accurate, up to date or applicable to the circumstances of any particular case, despite our efforts. Equinor cannot accept any liability for any inaccuracies or omissions.</a:t>
            </a:r>
            <a:endParaRPr kumimoji="0" lang="en-GB" sz="600" b="0" i="0" u="none" strike="noStrike" kern="1200" cap="none" spc="0" normalizeH="0" baseline="0" noProof="0" dirty="0">
              <a:ln>
                <a:noFill/>
              </a:ln>
              <a:solidFill>
                <a:srgbClr val="243746"/>
              </a:solidFill>
              <a:effectLst/>
              <a:uLnTx/>
              <a:uFillTx/>
              <a:latin typeface="+mn-lt"/>
              <a:ea typeface="+mn-ea"/>
              <a:cs typeface="Arial" charset="0"/>
            </a:endParaRPr>
          </a:p>
        </p:txBody>
      </p:sp>
      <p:sp>
        <p:nvSpPr>
          <p:cNvPr id="10" name="Text Placeholder 9">
            <a:extLst>
              <a:ext uri="{FF2B5EF4-FFF2-40B4-BE49-F238E27FC236}">
                <a16:creationId xmlns:a16="http://schemas.microsoft.com/office/drawing/2014/main" id="{67004934-2634-455F-9B65-D723350B506E}"/>
              </a:ext>
            </a:extLst>
          </p:cNvPr>
          <p:cNvSpPr>
            <a:spLocks noGrp="1"/>
          </p:cNvSpPr>
          <p:nvPr>
            <p:ph type="body" sz="quarter" idx="11" hasCustomPrompt="1"/>
          </p:nvPr>
        </p:nvSpPr>
        <p:spPr>
          <a:xfrm>
            <a:off x="695325" y="4988640"/>
            <a:ext cx="10801350" cy="409785"/>
          </a:xfrm>
        </p:spPr>
        <p:txBody>
          <a:bodyPr lIns="0" tIns="36000" rIns="0">
            <a:noAutofit/>
          </a:bodyPr>
          <a:lstStyle>
            <a:lvl1pPr marL="0" indent="0">
              <a:spcBef>
                <a:spcPts val="0"/>
              </a:spcBef>
              <a:spcAft>
                <a:spcPts val="0"/>
              </a:spcAft>
              <a:buNone/>
              <a:defRPr sz="1400">
                <a:solidFill>
                  <a:srgbClr val="243746"/>
                </a:solidFill>
              </a:defRPr>
            </a:lvl1pPr>
            <a:lvl2pPr marL="505800" indent="0">
              <a:buNone/>
              <a:defRPr sz="1400"/>
            </a:lvl2pPr>
            <a:lvl3pPr marL="963000" indent="0">
              <a:buNone/>
              <a:defRPr sz="1400"/>
            </a:lvl3pPr>
            <a:lvl4pPr marL="1420200" indent="0">
              <a:buNone/>
              <a:defRPr sz="1400"/>
            </a:lvl4pPr>
            <a:lvl5pPr marL="1877400" indent="0">
              <a:buNone/>
              <a:defRPr sz="1400"/>
            </a:lvl5pPr>
          </a:lstStyle>
          <a:p>
            <a:pPr lvl="0"/>
            <a:r>
              <a:rPr lang="en-GB" noProof="0" dirty="0"/>
              <a:t>Click to add presenter name and position</a:t>
            </a:r>
          </a:p>
        </p:txBody>
      </p:sp>
      <p:sp>
        <p:nvSpPr>
          <p:cNvPr id="11" name="Title 10">
            <a:extLst>
              <a:ext uri="{FF2B5EF4-FFF2-40B4-BE49-F238E27FC236}">
                <a16:creationId xmlns:a16="http://schemas.microsoft.com/office/drawing/2014/main" id="{04DE76AC-6DBB-4E2B-8B97-854F338047D5}"/>
              </a:ext>
            </a:extLst>
          </p:cNvPr>
          <p:cNvSpPr>
            <a:spLocks noGrp="1"/>
          </p:cNvSpPr>
          <p:nvPr>
            <p:ph type="title" hasCustomPrompt="1"/>
          </p:nvPr>
        </p:nvSpPr>
        <p:spPr>
          <a:xfrm>
            <a:off x="695325" y="4371233"/>
            <a:ext cx="10801349" cy="609337"/>
          </a:xfrm>
        </p:spPr>
        <p:txBody>
          <a:bodyPr lIns="0" tIns="0" rIns="0" bIns="36000" anchor="b"/>
          <a:lstStyle>
            <a:lvl1pPr>
              <a:defRPr sz="2000">
                <a:solidFill>
                  <a:srgbClr val="FF1243"/>
                </a:solidFill>
                <a:latin typeface="+mj-lt"/>
              </a:defRPr>
            </a:lvl1pPr>
          </a:lstStyle>
          <a:p>
            <a:r>
              <a:rPr lang="en-GB" noProof="0" dirty="0"/>
              <a:t>Click to add presentation title</a:t>
            </a:r>
          </a:p>
        </p:txBody>
      </p:sp>
      <p:graphicFrame>
        <p:nvGraphicFramePr>
          <p:cNvPr id="44" name="Table 17">
            <a:extLst>
              <a:ext uri="{FF2B5EF4-FFF2-40B4-BE49-F238E27FC236}">
                <a16:creationId xmlns:a16="http://schemas.microsoft.com/office/drawing/2014/main" id="{B1C126F3-60B7-4260-905E-E573A78D8CAD}"/>
              </a:ext>
            </a:extLst>
          </p:cNvPr>
          <p:cNvGraphicFramePr>
            <a:graphicFrameLocks noGrp="1"/>
          </p:cNvGraphicFramePr>
          <p:nvPr userDrawn="1">
            <p:extLst>
              <p:ext uri="{D42A27DB-BD31-4B8C-83A1-F6EECF244321}">
                <p14:modId xmlns:p14="http://schemas.microsoft.com/office/powerpoint/2010/main" val="758956693"/>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dirty="0" err="1">
                          <a:solidFill>
                            <a:schemeClr val="bg1"/>
                          </a:solidFill>
                        </a:rPr>
                        <a:t>Primary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dirty="0"/>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dirty="0" err="1">
                          <a:solidFill>
                            <a:schemeClr val="bg1"/>
                          </a:solidFill>
                        </a:rPr>
                        <a:t>Secondary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dirty="0">
                          <a:solidFill>
                            <a:schemeClr val="bg1"/>
                          </a:solidFill>
                        </a:rPr>
                        <a:t>Tints for </a:t>
                      </a:r>
                      <a:r>
                        <a:rPr lang="nb-NO" sz="600" b="0" dirty="0" err="1">
                          <a:solidFill>
                            <a:schemeClr val="bg1"/>
                          </a:solidFill>
                        </a:rPr>
                        <a:t>charts</a:t>
                      </a:r>
                      <a:r>
                        <a:rPr lang="nb-NO" sz="600" b="0" dirty="0">
                          <a:solidFill>
                            <a:schemeClr val="bg1"/>
                          </a:solidFill>
                        </a:rPr>
                        <a:t> </a:t>
                      </a:r>
                      <a:br>
                        <a:rPr lang="nb-NO" sz="600" b="0" dirty="0">
                          <a:solidFill>
                            <a:schemeClr val="bg1"/>
                          </a:solidFill>
                        </a:rPr>
                      </a:br>
                      <a:r>
                        <a:rPr lang="nb-NO" sz="600" b="0" dirty="0">
                          <a:solidFill>
                            <a:schemeClr val="bg1"/>
                          </a:solidFill>
                        </a:rPr>
                        <a:t>and </a:t>
                      </a:r>
                      <a:r>
                        <a:rPr lang="nb-NO" sz="600" b="0" dirty="0" err="1">
                          <a:solidFill>
                            <a:schemeClr val="bg1"/>
                          </a:solidFill>
                        </a:rPr>
                        <a:t>infographics</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dirty="0">
                          <a:solidFill>
                            <a:schemeClr val="bg1"/>
                          </a:solidFill>
                        </a:rPr>
                        <a:t>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dirty="0">
                          <a:solidFill>
                            <a:schemeClr val="bg1"/>
                          </a:solidFill>
                        </a:rPr>
                        <a:t>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dirty="0">
                          <a:solidFill>
                            <a:schemeClr val="bg1"/>
                          </a:solidFill>
                        </a:rPr>
                        <a:t>3</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dirty="0">
                          <a:solidFill>
                            <a:schemeClr val="bg1"/>
                          </a:solidFill>
                        </a:rPr>
                        <a:t>4</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dirty="0">
                          <a:solidFill>
                            <a:schemeClr val="bg1"/>
                          </a:solidFill>
                        </a:rPr>
                        <a:t>5</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dirty="0">
                          <a:solidFill>
                            <a:schemeClr val="bg1"/>
                          </a:solidFill>
                        </a:rPr>
                        <a:t>6</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dirty="0">
                          <a:solidFill>
                            <a:schemeClr val="bg1"/>
                          </a:solidFill>
                        </a:rPr>
                        <a:t>7</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dirty="0">
                          <a:solidFill>
                            <a:schemeClr val="bg1"/>
                          </a:solidFill>
                        </a:rPr>
                        <a:t>8</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dirty="0">
                          <a:solidFill>
                            <a:schemeClr val="bg1"/>
                          </a:solidFill>
                        </a:rPr>
                        <a:t>9</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dirty="0">
                          <a:solidFill>
                            <a:schemeClr val="bg1"/>
                          </a:solidFill>
                        </a:rPr>
                        <a:t>10</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dirty="0">
                          <a:solidFill>
                            <a:schemeClr val="bg1"/>
                          </a:solidFill>
                        </a:rPr>
                        <a:t>11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dirty="0">
                          <a:solidFill>
                            <a:schemeClr val="bg1"/>
                          </a:solidFill>
                        </a:rPr>
                        <a:t>12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dirty="0" err="1">
                          <a:solidFill>
                            <a:schemeClr val="bg1"/>
                          </a:solidFill>
                        </a:rPr>
                        <a:t>Supporting</a:t>
                      </a:r>
                      <a:r>
                        <a:rPr lang="nb-NO" sz="600" b="0" dirty="0">
                          <a:solidFill>
                            <a:schemeClr val="bg1"/>
                          </a:solidFill>
                        </a:rPr>
                        <a:t> </a:t>
                      </a:r>
                      <a:r>
                        <a:rPr lang="nb-NO" sz="600" b="0" dirty="0" err="1">
                          <a:solidFill>
                            <a:schemeClr val="bg1"/>
                          </a:solidFill>
                        </a:rPr>
                        <a:t>color</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dirty="0" err="1">
                          <a:solidFill>
                            <a:schemeClr val="bg1"/>
                          </a:solidFill>
                        </a:rPr>
                        <a:t>Only</a:t>
                      </a:r>
                      <a:r>
                        <a:rPr lang="nb-NO" sz="600" b="0" dirty="0">
                          <a:solidFill>
                            <a:schemeClr val="bg1"/>
                          </a:solidFill>
                        </a:rPr>
                        <a:t> </a:t>
                      </a:r>
                      <a:r>
                        <a:rPr lang="nb-NO" sz="600" b="0" dirty="0" err="1">
                          <a:solidFill>
                            <a:schemeClr val="bg1"/>
                          </a:solidFill>
                        </a:rPr>
                        <a:t>use</a:t>
                      </a:r>
                      <a:r>
                        <a:rPr lang="nb-NO" sz="600" b="0" dirty="0">
                          <a:solidFill>
                            <a:schemeClr val="bg1"/>
                          </a:solidFill>
                        </a:rPr>
                        <a:t> </a:t>
                      </a:r>
                      <a:r>
                        <a:rPr lang="nb-NO" sz="600" b="0" dirty="0" err="1">
                          <a:solidFill>
                            <a:schemeClr val="bg1"/>
                          </a:solidFill>
                        </a:rPr>
                        <a:t>if</a:t>
                      </a:r>
                      <a:r>
                        <a:rPr lang="nb-NO" sz="600" b="0" dirty="0">
                          <a:solidFill>
                            <a:schemeClr val="bg1"/>
                          </a:solidFill>
                        </a:rPr>
                        <a:t> </a:t>
                      </a:r>
                      <a:r>
                        <a:rPr lang="nb-NO" sz="600" b="0" dirty="0" err="1">
                          <a:solidFill>
                            <a:schemeClr val="bg1"/>
                          </a:solidFill>
                        </a:rPr>
                        <a:t>necessary</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46316136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losing credits-PDF extrac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1E21570-2B89-43CC-8DEE-216454BE3068}"/>
              </a:ext>
            </a:extLst>
          </p:cNvPr>
          <p:cNvSpPr/>
          <p:nvPr userDrawn="1"/>
        </p:nvSpPr>
        <p:spPr>
          <a:xfrm>
            <a:off x="695325" y="5846886"/>
            <a:ext cx="10801350" cy="7047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GB" sz="1000" b="0" i="0" u="none" strike="noStrike" kern="1200" cap="none" spc="0" normalizeH="0" baseline="0" noProof="0" dirty="0">
                <a:ln>
                  <a:noFill/>
                </a:ln>
                <a:solidFill>
                  <a:srgbClr val="243746"/>
                </a:solidFill>
                <a:effectLst/>
                <a:uLnTx/>
                <a:uFillTx/>
                <a:latin typeface="+mj-lt"/>
                <a:ea typeface="+mn-ea"/>
                <a:cs typeface="Arial" charset="0"/>
              </a:rPr>
              <a:t>© Equinor ASA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700" b="0" i="0" u="none" strike="noStrike" kern="1200" cap="none" spc="0" normalizeH="0" baseline="0" noProof="0" dirty="0">
                <a:ln>
                  <a:noFill/>
                </a:ln>
                <a:solidFill>
                  <a:srgbClr val="243746"/>
                </a:solidFill>
                <a:effectLst/>
                <a:uLnTx/>
                <a:uFillTx/>
                <a:latin typeface="+mn-lt"/>
                <a:ea typeface="Verdana" panose="020B0604030504040204" pitchFamily="34" charset="0"/>
                <a:cs typeface="Verdana" panose="020B0604030504040204" pitchFamily="34" charset="0"/>
              </a:rPr>
              <a:t>This presentation, including the contents and arrangement of the contents of each individual page or the collection of the pages, is owned by Equinor. Copyright to all material including, but not limited to, written material, photographs, drawings, images, tables and data remains the property of Equinor. All rights reserved. Any other use, reproduction, translation, adaption, arrangement, alteration, distribution or storage of this presentation, in whole or in part, without the prior written permission of Equinor is prohibited. The information contained in this presentation may not be accurate, up to date or applicable to the circumstances of any particular case, despite our efforts. Equinor cannot accept any liability for any inaccuracies or omissions</a:t>
            </a:r>
            <a:r>
              <a:rPr kumimoji="0" lang="en-GB" sz="700" b="0" i="0" u="none" strike="noStrike" kern="1200" cap="none" spc="0" normalizeH="0" baseline="0" noProof="0" dirty="0">
                <a:ln>
                  <a:noFill/>
                </a:ln>
                <a:solidFill>
                  <a:srgbClr val="243746"/>
                </a:solidFill>
                <a:effectLst/>
                <a:uLnTx/>
                <a:uFillTx/>
                <a:latin typeface="Equinor" panose="020B0503050302040203" pitchFamily="34" charset="0"/>
                <a:ea typeface="Verdana" panose="020B0604030504040204" pitchFamily="34" charset="0"/>
                <a:cs typeface="Verdana" panose="020B0604030504040204" pitchFamily="34" charset="0"/>
              </a:rPr>
              <a:t>.</a:t>
            </a:r>
            <a:endParaRPr kumimoji="0" lang="en-GB" sz="600" b="0" i="0" u="none" strike="noStrike" kern="1200" cap="none" spc="0" normalizeH="0" baseline="0" noProof="0" dirty="0">
              <a:ln>
                <a:noFill/>
              </a:ln>
              <a:solidFill>
                <a:srgbClr val="243746"/>
              </a:solidFill>
              <a:effectLst/>
              <a:uLnTx/>
              <a:uFillTx/>
              <a:latin typeface="Equinor" panose="020B0503050302040203" pitchFamily="34" charset="0"/>
              <a:ea typeface="+mn-ea"/>
              <a:cs typeface="Arial" charset="0"/>
            </a:endParaRPr>
          </a:p>
        </p:txBody>
      </p:sp>
      <p:sp>
        <p:nvSpPr>
          <p:cNvPr id="10" name="Text Placeholder 9">
            <a:extLst>
              <a:ext uri="{FF2B5EF4-FFF2-40B4-BE49-F238E27FC236}">
                <a16:creationId xmlns:a16="http://schemas.microsoft.com/office/drawing/2014/main" id="{67004934-2634-455F-9B65-D723350B506E}"/>
              </a:ext>
            </a:extLst>
          </p:cNvPr>
          <p:cNvSpPr>
            <a:spLocks noGrp="1"/>
          </p:cNvSpPr>
          <p:nvPr>
            <p:ph type="body" sz="quarter" idx="11" hasCustomPrompt="1"/>
          </p:nvPr>
        </p:nvSpPr>
        <p:spPr>
          <a:xfrm>
            <a:off x="695325" y="5084763"/>
            <a:ext cx="10801350" cy="409785"/>
          </a:xfrm>
        </p:spPr>
        <p:txBody>
          <a:bodyPr lIns="0" rIns="0">
            <a:noAutofit/>
          </a:bodyPr>
          <a:lstStyle>
            <a:lvl1pPr marL="0" indent="0">
              <a:spcBef>
                <a:spcPts val="0"/>
              </a:spcBef>
              <a:spcAft>
                <a:spcPts val="0"/>
              </a:spcAft>
              <a:buNone/>
              <a:defRPr sz="1400">
                <a:solidFill>
                  <a:srgbClr val="243746"/>
                </a:solidFill>
              </a:defRPr>
            </a:lvl1pPr>
            <a:lvl2pPr marL="505800" indent="0">
              <a:buNone/>
              <a:defRPr sz="1400"/>
            </a:lvl2pPr>
            <a:lvl3pPr marL="963000" indent="0">
              <a:buNone/>
              <a:defRPr sz="1400"/>
            </a:lvl3pPr>
            <a:lvl4pPr marL="1420200" indent="0">
              <a:buNone/>
              <a:defRPr sz="1400"/>
            </a:lvl4pPr>
            <a:lvl5pPr marL="1877400" indent="0">
              <a:buNone/>
              <a:defRPr sz="1400"/>
            </a:lvl5pPr>
          </a:lstStyle>
          <a:p>
            <a:pPr lvl="0"/>
            <a:r>
              <a:rPr lang="en-GB" noProof="0" dirty="0"/>
              <a:t>Click to add presenter name and position</a:t>
            </a:r>
          </a:p>
        </p:txBody>
      </p:sp>
      <p:sp>
        <p:nvSpPr>
          <p:cNvPr id="11" name="Title 10">
            <a:extLst>
              <a:ext uri="{FF2B5EF4-FFF2-40B4-BE49-F238E27FC236}">
                <a16:creationId xmlns:a16="http://schemas.microsoft.com/office/drawing/2014/main" id="{04DE76AC-6DBB-4E2B-8B97-854F338047D5}"/>
              </a:ext>
            </a:extLst>
          </p:cNvPr>
          <p:cNvSpPr>
            <a:spLocks noGrp="1"/>
          </p:cNvSpPr>
          <p:nvPr>
            <p:ph type="title" hasCustomPrompt="1"/>
          </p:nvPr>
        </p:nvSpPr>
        <p:spPr>
          <a:xfrm>
            <a:off x="695326" y="4400550"/>
            <a:ext cx="10801349" cy="609337"/>
          </a:xfrm>
        </p:spPr>
        <p:txBody>
          <a:bodyPr lIns="0" tIns="0" rIns="0" bIns="0" anchor="b"/>
          <a:lstStyle>
            <a:lvl1pPr>
              <a:defRPr sz="2000">
                <a:solidFill>
                  <a:srgbClr val="FF1243"/>
                </a:solidFill>
                <a:latin typeface="+mj-lt"/>
              </a:defRPr>
            </a:lvl1pPr>
          </a:lstStyle>
          <a:p>
            <a:r>
              <a:rPr lang="en-GB" noProof="0" dirty="0"/>
              <a:t>Click to add presentation title</a:t>
            </a:r>
          </a:p>
        </p:txBody>
      </p:sp>
      <p:pic>
        <p:nvPicPr>
          <p:cNvPr id="45" name="Graphic 44">
            <a:extLst>
              <a:ext uri="{FF2B5EF4-FFF2-40B4-BE49-F238E27FC236}">
                <a16:creationId xmlns:a16="http://schemas.microsoft.com/office/drawing/2014/main" id="{64E422E7-C7DB-4940-B055-4E14BF9FA65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graphicFrame>
        <p:nvGraphicFramePr>
          <p:cNvPr id="44" name="Table 17">
            <a:extLst>
              <a:ext uri="{FF2B5EF4-FFF2-40B4-BE49-F238E27FC236}">
                <a16:creationId xmlns:a16="http://schemas.microsoft.com/office/drawing/2014/main" id="{049282DD-8F6B-47AB-B6F5-8BA1ABE3F1EC}"/>
              </a:ext>
            </a:extLst>
          </p:cNvPr>
          <p:cNvGraphicFramePr>
            <a:graphicFrameLocks noGrp="1"/>
          </p:cNvGraphicFramePr>
          <p:nvPr userDrawn="1">
            <p:extLst>
              <p:ext uri="{D42A27DB-BD31-4B8C-83A1-F6EECF244321}">
                <p14:modId xmlns:p14="http://schemas.microsoft.com/office/powerpoint/2010/main" val="758956693"/>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dirty="0" err="1">
                          <a:solidFill>
                            <a:schemeClr val="bg1"/>
                          </a:solidFill>
                        </a:rPr>
                        <a:t>Primary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dirty="0"/>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dirty="0" err="1">
                          <a:solidFill>
                            <a:schemeClr val="bg1"/>
                          </a:solidFill>
                        </a:rPr>
                        <a:t>Secondary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dirty="0">
                          <a:solidFill>
                            <a:schemeClr val="bg1"/>
                          </a:solidFill>
                        </a:rPr>
                        <a:t>Tints for </a:t>
                      </a:r>
                      <a:r>
                        <a:rPr lang="nb-NO" sz="600" b="0" dirty="0" err="1">
                          <a:solidFill>
                            <a:schemeClr val="bg1"/>
                          </a:solidFill>
                        </a:rPr>
                        <a:t>charts</a:t>
                      </a:r>
                      <a:r>
                        <a:rPr lang="nb-NO" sz="600" b="0" dirty="0">
                          <a:solidFill>
                            <a:schemeClr val="bg1"/>
                          </a:solidFill>
                        </a:rPr>
                        <a:t> </a:t>
                      </a:r>
                      <a:br>
                        <a:rPr lang="nb-NO" sz="600" b="0" dirty="0">
                          <a:solidFill>
                            <a:schemeClr val="bg1"/>
                          </a:solidFill>
                        </a:rPr>
                      </a:br>
                      <a:r>
                        <a:rPr lang="nb-NO" sz="600" b="0" dirty="0">
                          <a:solidFill>
                            <a:schemeClr val="bg1"/>
                          </a:solidFill>
                        </a:rPr>
                        <a:t>and </a:t>
                      </a:r>
                      <a:r>
                        <a:rPr lang="nb-NO" sz="600" b="0" dirty="0" err="1">
                          <a:solidFill>
                            <a:schemeClr val="bg1"/>
                          </a:solidFill>
                        </a:rPr>
                        <a:t>infographics</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dirty="0">
                          <a:solidFill>
                            <a:schemeClr val="bg1"/>
                          </a:solidFill>
                        </a:rPr>
                        <a:t>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dirty="0">
                          <a:solidFill>
                            <a:schemeClr val="bg1"/>
                          </a:solidFill>
                        </a:rPr>
                        <a:t>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dirty="0">
                          <a:solidFill>
                            <a:schemeClr val="bg1"/>
                          </a:solidFill>
                        </a:rPr>
                        <a:t>3</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dirty="0">
                          <a:solidFill>
                            <a:schemeClr val="bg1"/>
                          </a:solidFill>
                        </a:rPr>
                        <a:t>4</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dirty="0">
                          <a:solidFill>
                            <a:schemeClr val="bg1"/>
                          </a:solidFill>
                        </a:rPr>
                        <a:t>5</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dirty="0">
                          <a:solidFill>
                            <a:schemeClr val="bg1"/>
                          </a:solidFill>
                        </a:rPr>
                        <a:t>6</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dirty="0">
                          <a:solidFill>
                            <a:schemeClr val="bg1"/>
                          </a:solidFill>
                        </a:rPr>
                        <a:t>7</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dirty="0">
                          <a:solidFill>
                            <a:schemeClr val="bg1"/>
                          </a:solidFill>
                        </a:rPr>
                        <a:t>8</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dirty="0">
                          <a:solidFill>
                            <a:schemeClr val="bg1"/>
                          </a:solidFill>
                        </a:rPr>
                        <a:t>9</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dirty="0">
                          <a:solidFill>
                            <a:schemeClr val="bg1"/>
                          </a:solidFill>
                        </a:rPr>
                        <a:t>10</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dirty="0">
                          <a:solidFill>
                            <a:schemeClr val="bg1"/>
                          </a:solidFill>
                        </a:rPr>
                        <a:t>11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dirty="0">
                          <a:solidFill>
                            <a:schemeClr val="bg1"/>
                          </a:solidFill>
                        </a:rPr>
                        <a:t>12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dirty="0" err="1">
                          <a:solidFill>
                            <a:schemeClr val="bg1"/>
                          </a:solidFill>
                        </a:rPr>
                        <a:t>Supporting</a:t>
                      </a:r>
                      <a:r>
                        <a:rPr lang="nb-NO" sz="600" b="0" dirty="0">
                          <a:solidFill>
                            <a:schemeClr val="bg1"/>
                          </a:solidFill>
                        </a:rPr>
                        <a:t> </a:t>
                      </a:r>
                      <a:r>
                        <a:rPr lang="nb-NO" sz="600" b="0" dirty="0" err="1">
                          <a:solidFill>
                            <a:schemeClr val="bg1"/>
                          </a:solidFill>
                        </a:rPr>
                        <a:t>color</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dirty="0" err="1">
                          <a:solidFill>
                            <a:schemeClr val="bg1"/>
                          </a:solidFill>
                        </a:rPr>
                        <a:t>Only</a:t>
                      </a:r>
                      <a:r>
                        <a:rPr lang="nb-NO" sz="600" b="0" dirty="0">
                          <a:solidFill>
                            <a:schemeClr val="bg1"/>
                          </a:solidFill>
                        </a:rPr>
                        <a:t> </a:t>
                      </a:r>
                      <a:r>
                        <a:rPr lang="nb-NO" sz="600" b="0" dirty="0" err="1">
                          <a:solidFill>
                            <a:schemeClr val="bg1"/>
                          </a:solidFill>
                        </a:rPr>
                        <a:t>use</a:t>
                      </a:r>
                      <a:r>
                        <a:rPr lang="nb-NO" sz="600" b="0" dirty="0">
                          <a:solidFill>
                            <a:schemeClr val="bg1"/>
                          </a:solidFill>
                        </a:rPr>
                        <a:t> </a:t>
                      </a:r>
                      <a:r>
                        <a:rPr lang="nb-NO" sz="600" b="0" dirty="0" err="1">
                          <a:solidFill>
                            <a:schemeClr val="bg1"/>
                          </a:solidFill>
                        </a:rPr>
                        <a:t>if</a:t>
                      </a:r>
                      <a:r>
                        <a:rPr lang="nb-NO" sz="600" b="0" dirty="0">
                          <a:solidFill>
                            <a:schemeClr val="bg1"/>
                          </a:solidFill>
                        </a:rPr>
                        <a:t> </a:t>
                      </a:r>
                      <a:r>
                        <a:rPr lang="nb-NO" sz="600" b="0" dirty="0" err="1">
                          <a:solidFill>
                            <a:schemeClr val="bg1"/>
                          </a:solidFill>
                        </a:rPr>
                        <a:t>necessary</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102662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5" name="Table 15">
            <a:extLst>
              <a:ext uri="{FF2B5EF4-FFF2-40B4-BE49-F238E27FC236}">
                <a16:creationId xmlns:a16="http://schemas.microsoft.com/office/drawing/2014/main" id="{DEBD90AC-FD60-41F4-9529-E31232224E59}"/>
              </a:ext>
            </a:extLst>
          </p:cNvPr>
          <p:cNvGraphicFramePr>
            <a:graphicFrameLocks noGrp="1"/>
          </p:cNvGraphicFramePr>
          <p:nvPr userDrawn="1">
            <p:extLst>
              <p:ext uri="{D42A27DB-BD31-4B8C-83A1-F6EECF244321}">
                <p14:modId xmlns:p14="http://schemas.microsoft.com/office/powerpoint/2010/main" val="2588235611"/>
              </p:ext>
            </p:extLst>
          </p:nvPr>
        </p:nvGraphicFramePr>
        <p:xfrm>
          <a:off x="-362400" y="-365400"/>
          <a:ext cx="12916800" cy="758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3706908691"/>
                    </a:ext>
                  </a:extLst>
                </a:gridCol>
                <a:gridCol w="698400">
                  <a:extLst>
                    <a:ext uri="{9D8B030D-6E8A-4147-A177-3AD203B41FA5}">
                      <a16:colId xmlns:a16="http://schemas.microsoft.com/office/drawing/2014/main" val="1122517581"/>
                    </a:ext>
                  </a:extLst>
                </a:gridCol>
                <a:gridCol w="900000">
                  <a:extLst>
                    <a:ext uri="{9D8B030D-6E8A-4147-A177-3AD203B41FA5}">
                      <a16:colId xmlns:a16="http://schemas.microsoft.com/office/drawing/2014/main" val="3921436069"/>
                    </a:ext>
                  </a:extLst>
                </a:gridCol>
                <a:gridCol w="900000">
                  <a:extLst>
                    <a:ext uri="{9D8B030D-6E8A-4147-A177-3AD203B41FA5}">
                      <a16:colId xmlns:a16="http://schemas.microsoft.com/office/drawing/2014/main" val="461690647"/>
                    </a:ext>
                  </a:extLst>
                </a:gridCol>
                <a:gridCol w="900000">
                  <a:extLst>
                    <a:ext uri="{9D8B030D-6E8A-4147-A177-3AD203B41FA5}">
                      <a16:colId xmlns:a16="http://schemas.microsoft.com/office/drawing/2014/main" val="3176828646"/>
                    </a:ext>
                  </a:extLst>
                </a:gridCol>
                <a:gridCol w="900000">
                  <a:extLst>
                    <a:ext uri="{9D8B030D-6E8A-4147-A177-3AD203B41FA5}">
                      <a16:colId xmlns:a16="http://schemas.microsoft.com/office/drawing/2014/main" val="4171762685"/>
                    </a:ext>
                  </a:extLst>
                </a:gridCol>
                <a:gridCol w="900000">
                  <a:extLst>
                    <a:ext uri="{9D8B030D-6E8A-4147-A177-3AD203B41FA5}">
                      <a16:colId xmlns:a16="http://schemas.microsoft.com/office/drawing/2014/main" val="2201640941"/>
                    </a:ext>
                  </a:extLst>
                </a:gridCol>
                <a:gridCol w="900000">
                  <a:extLst>
                    <a:ext uri="{9D8B030D-6E8A-4147-A177-3AD203B41FA5}">
                      <a16:colId xmlns:a16="http://schemas.microsoft.com/office/drawing/2014/main" val="3985058925"/>
                    </a:ext>
                  </a:extLst>
                </a:gridCol>
                <a:gridCol w="900000">
                  <a:extLst>
                    <a:ext uri="{9D8B030D-6E8A-4147-A177-3AD203B41FA5}">
                      <a16:colId xmlns:a16="http://schemas.microsoft.com/office/drawing/2014/main" val="2520456441"/>
                    </a:ext>
                  </a:extLst>
                </a:gridCol>
                <a:gridCol w="900000">
                  <a:extLst>
                    <a:ext uri="{9D8B030D-6E8A-4147-A177-3AD203B41FA5}">
                      <a16:colId xmlns:a16="http://schemas.microsoft.com/office/drawing/2014/main" val="3882555492"/>
                    </a:ext>
                  </a:extLst>
                </a:gridCol>
                <a:gridCol w="900000">
                  <a:extLst>
                    <a:ext uri="{9D8B030D-6E8A-4147-A177-3AD203B41FA5}">
                      <a16:colId xmlns:a16="http://schemas.microsoft.com/office/drawing/2014/main" val="1630932600"/>
                    </a:ext>
                  </a:extLst>
                </a:gridCol>
                <a:gridCol w="900000">
                  <a:extLst>
                    <a:ext uri="{9D8B030D-6E8A-4147-A177-3AD203B41FA5}">
                      <a16:colId xmlns:a16="http://schemas.microsoft.com/office/drawing/2014/main" val="4253300143"/>
                    </a:ext>
                  </a:extLst>
                </a:gridCol>
                <a:gridCol w="900000">
                  <a:extLst>
                    <a:ext uri="{9D8B030D-6E8A-4147-A177-3AD203B41FA5}">
                      <a16:colId xmlns:a16="http://schemas.microsoft.com/office/drawing/2014/main" val="3197937433"/>
                    </a:ext>
                  </a:extLst>
                </a:gridCol>
                <a:gridCol w="900000">
                  <a:extLst>
                    <a:ext uri="{9D8B030D-6E8A-4147-A177-3AD203B41FA5}">
                      <a16:colId xmlns:a16="http://schemas.microsoft.com/office/drawing/2014/main" val="2775328341"/>
                    </a:ext>
                  </a:extLst>
                </a:gridCol>
                <a:gridCol w="698400">
                  <a:extLst>
                    <a:ext uri="{9D8B030D-6E8A-4147-A177-3AD203B41FA5}">
                      <a16:colId xmlns:a16="http://schemas.microsoft.com/office/drawing/2014/main" val="3434562342"/>
                    </a:ext>
                  </a:extLst>
                </a:gridCol>
                <a:gridCol w="360000">
                  <a:extLst>
                    <a:ext uri="{9D8B030D-6E8A-4147-A177-3AD203B41FA5}">
                      <a16:colId xmlns:a16="http://schemas.microsoft.com/office/drawing/2014/main" val="2670757722"/>
                    </a:ext>
                  </a:extLst>
                </a:gridCol>
              </a:tblGrid>
              <a:tr h="360000">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DnDiag">
                      <a:fgClr>
                        <a:schemeClr val="bg1">
                          <a:lumMod val="50000"/>
                        </a:schemeClr>
                      </a:fgClr>
                      <a:bgClr>
                        <a:schemeClr val="bg1"/>
                      </a:bgClr>
                    </a:pattFill>
                  </a:tcPr>
                </a:tc>
                <a:tc>
                  <a:txBody>
                    <a:bodyPr/>
                    <a:lstStyle/>
                    <a:p>
                      <a:pPr algn="ctr"/>
                      <a:r>
                        <a:rPr lang="nb-NO" sz="700" dirty="0" err="1">
                          <a:solidFill>
                            <a:schemeClr val="bg1"/>
                          </a:solidFill>
                        </a:rPr>
                        <a:t>Left</a:t>
                      </a:r>
                      <a:r>
                        <a:rPr lang="nb-NO" sz="700" dirty="0">
                          <a:solidFill>
                            <a:schemeClr val="bg1"/>
                          </a:solidFill>
                        </a:rPr>
                        <a:t> margin</a:t>
                      </a: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nb-NO" sz="700" dirty="0">
                          <a:solidFill>
                            <a:schemeClr val="bg1"/>
                          </a:solidFill>
                        </a:rPr>
                        <a:t>1</a:t>
                      </a: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2</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3</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4</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5</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6</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7</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8</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9</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10</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11</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12</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Right margin</a:t>
                      </a: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UpDiag">
                      <a:fgClr>
                        <a:schemeClr val="bg1">
                          <a:lumMod val="50000"/>
                        </a:schemeClr>
                      </a:fgClr>
                      <a:bgClr>
                        <a:schemeClr val="bg1"/>
                      </a:bgClr>
                    </a:pattFill>
                  </a:tcPr>
                </a:tc>
                <a:extLst>
                  <a:ext uri="{0D108BD9-81ED-4DB2-BD59-A6C34878D82A}">
                    <a16:rowId xmlns:a16="http://schemas.microsoft.com/office/drawing/2014/main" val="1267116639"/>
                  </a:ext>
                </a:extLst>
              </a:tr>
              <a:tr h="824400">
                <a:tc>
                  <a:txBody>
                    <a:bodyPr/>
                    <a:lstStyle/>
                    <a:p>
                      <a:pPr algn="ctr"/>
                      <a:r>
                        <a:rPr lang="nb-NO" sz="700" dirty="0">
                          <a:solidFill>
                            <a:schemeClr val="bg1"/>
                          </a:solidFill>
                        </a:rPr>
                        <a:t>Logo Space</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Logo </a:t>
                      </a:r>
                      <a:r>
                        <a:rPr lang="nb-NO" sz="700" dirty="0" err="1">
                          <a:solidFill>
                            <a:schemeClr val="bg1"/>
                          </a:solidFill>
                        </a:rPr>
                        <a:t>space</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284756019"/>
                  </a:ext>
                </a:extLst>
              </a:tr>
              <a:tr h="594000">
                <a:tc>
                  <a:txBody>
                    <a:bodyPr/>
                    <a:lstStyle/>
                    <a:p>
                      <a:pPr algn="ctr"/>
                      <a:r>
                        <a:rPr lang="nb-NO" sz="700" dirty="0">
                          <a:solidFill>
                            <a:schemeClr val="bg1"/>
                          </a:solidFill>
                        </a:rPr>
                        <a:t>1</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1</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6628835"/>
                  </a:ext>
                </a:extLst>
              </a:tr>
              <a:tr h="594000">
                <a:tc>
                  <a:txBody>
                    <a:bodyPr/>
                    <a:lstStyle/>
                    <a:p>
                      <a:pPr algn="ctr"/>
                      <a:r>
                        <a:rPr lang="nb-NO" sz="700" dirty="0">
                          <a:solidFill>
                            <a:schemeClr val="bg1"/>
                          </a:solidFill>
                        </a:rPr>
                        <a:t>2</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2</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786395"/>
                  </a:ext>
                </a:extLst>
              </a:tr>
              <a:tr h="594000">
                <a:tc>
                  <a:txBody>
                    <a:bodyPr/>
                    <a:lstStyle/>
                    <a:p>
                      <a:pPr algn="ctr"/>
                      <a:r>
                        <a:rPr lang="nb-NO" sz="700" dirty="0">
                          <a:solidFill>
                            <a:schemeClr val="bg1"/>
                          </a:solidFill>
                        </a:rPr>
                        <a:t>3</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3</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9840466"/>
                  </a:ext>
                </a:extLst>
              </a:tr>
              <a:tr h="594000">
                <a:tc>
                  <a:txBody>
                    <a:bodyPr/>
                    <a:lstStyle/>
                    <a:p>
                      <a:pPr algn="ctr"/>
                      <a:r>
                        <a:rPr lang="nb-NO" sz="700" dirty="0">
                          <a:solidFill>
                            <a:schemeClr val="bg1"/>
                          </a:solidFill>
                        </a:rPr>
                        <a:t>4</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4</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0749273"/>
                  </a:ext>
                </a:extLst>
              </a:tr>
              <a:tr h="594000">
                <a:tc>
                  <a:txBody>
                    <a:bodyPr/>
                    <a:lstStyle/>
                    <a:p>
                      <a:pPr algn="ctr"/>
                      <a:r>
                        <a:rPr lang="nb-NO" sz="700" dirty="0">
                          <a:solidFill>
                            <a:schemeClr val="bg1"/>
                          </a:solidFill>
                        </a:rPr>
                        <a:t>5</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5</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9297255"/>
                  </a:ext>
                </a:extLst>
              </a:tr>
              <a:tr h="594000">
                <a:tc>
                  <a:txBody>
                    <a:bodyPr/>
                    <a:lstStyle/>
                    <a:p>
                      <a:pPr algn="ctr"/>
                      <a:r>
                        <a:rPr lang="nb-NO" sz="700" dirty="0">
                          <a:solidFill>
                            <a:schemeClr val="bg1"/>
                          </a:solidFill>
                        </a:rPr>
                        <a:t>6</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6</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9784121"/>
                  </a:ext>
                </a:extLst>
              </a:tr>
              <a:tr h="594000">
                <a:tc>
                  <a:txBody>
                    <a:bodyPr/>
                    <a:lstStyle/>
                    <a:p>
                      <a:pPr algn="ctr"/>
                      <a:r>
                        <a:rPr lang="nb-NO" sz="700" dirty="0">
                          <a:solidFill>
                            <a:schemeClr val="bg1"/>
                          </a:solidFill>
                        </a:rPr>
                        <a:t>7</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7</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9926277"/>
                  </a:ext>
                </a:extLst>
              </a:tr>
              <a:tr h="594000">
                <a:tc>
                  <a:txBody>
                    <a:bodyPr/>
                    <a:lstStyle/>
                    <a:p>
                      <a:pPr algn="ctr"/>
                      <a:r>
                        <a:rPr lang="nb-NO" sz="700" dirty="0">
                          <a:solidFill>
                            <a:schemeClr val="bg1"/>
                          </a:solidFill>
                        </a:rPr>
                        <a:t>8</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8</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0813238"/>
                  </a:ext>
                </a:extLst>
              </a:tr>
              <a:tr h="594000">
                <a:tc>
                  <a:txBody>
                    <a:bodyPr/>
                    <a:lstStyle/>
                    <a:p>
                      <a:pPr algn="ctr"/>
                      <a:r>
                        <a:rPr lang="nb-NO" sz="700" dirty="0">
                          <a:solidFill>
                            <a:schemeClr val="bg1"/>
                          </a:solidFill>
                        </a:rPr>
                        <a:t>9</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9</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3967900"/>
                  </a:ext>
                </a:extLst>
              </a:tr>
              <a:tr h="698400">
                <a:tc>
                  <a:txBody>
                    <a:bodyPr/>
                    <a:lstStyle/>
                    <a:p>
                      <a:pPr algn="ctr"/>
                      <a:r>
                        <a:rPr lang="nb-NO" sz="700" dirty="0" err="1">
                          <a:solidFill>
                            <a:schemeClr val="bg1"/>
                          </a:solidFill>
                        </a:rPr>
                        <a:t>Bottom</a:t>
                      </a:r>
                      <a:r>
                        <a:rPr lang="nb-NO" sz="700" dirty="0">
                          <a:solidFill>
                            <a:schemeClr val="bg1"/>
                          </a:solidFill>
                        </a:rPr>
                        <a:t> margin</a:t>
                      </a:r>
                      <a:endParaRPr lang="en-GB" sz="700" dirty="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err="1">
                          <a:solidFill>
                            <a:schemeClr val="bg1"/>
                          </a:solidFill>
                        </a:rPr>
                        <a:t>Bottom</a:t>
                      </a:r>
                      <a:r>
                        <a:rPr lang="nb-NO" sz="700" dirty="0">
                          <a:solidFill>
                            <a:schemeClr val="bg1"/>
                          </a:solidFill>
                        </a:rPr>
                        <a:t> margin</a:t>
                      </a:r>
                      <a:endParaRPr lang="en-GB" sz="700" dirty="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749541604"/>
                  </a:ext>
                </a:extLst>
              </a:tr>
              <a:tr h="360000">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UpDiag">
                      <a:fgClr>
                        <a:schemeClr val="bg1">
                          <a:lumMod val="50000"/>
                        </a:schemeClr>
                      </a:fgClr>
                      <a:bgClr>
                        <a:schemeClr val="bg1"/>
                      </a:bgClr>
                    </a:pattFill>
                  </a:tcPr>
                </a:tc>
                <a:tc>
                  <a:txBody>
                    <a:bodyPr/>
                    <a:lstStyle/>
                    <a:p>
                      <a:pPr algn="ctr"/>
                      <a:r>
                        <a:rPr lang="nb-NO" sz="700" dirty="0" err="1">
                          <a:solidFill>
                            <a:schemeClr val="bg1"/>
                          </a:solidFill>
                        </a:rPr>
                        <a:t>Left</a:t>
                      </a:r>
                      <a:r>
                        <a:rPr lang="nb-NO" sz="700" dirty="0">
                          <a:solidFill>
                            <a:schemeClr val="bg1"/>
                          </a:solidFill>
                        </a:rPr>
                        <a:t> margin</a:t>
                      </a: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nb-NO" sz="700" dirty="0">
                          <a:solidFill>
                            <a:schemeClr val="bg1"/>
                          </a:solidFill>
                        </a:rPr>
                        <a:t>1</a:t>
                      </a: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2</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3</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4</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5</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6</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7</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8</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9</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10</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11</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12</a:t>
                      </a:r>
                      <a:endParaRPr lang="en-GB" sz="700" dirty="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dirty="0">
                          <a:solidFill>
                            <a:schemeClr val="bg1"/>
                          </a:solidFill>
                        </a:rPr>
                        <a:t>Right margin</a:t>
                      </a: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dirty="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DnDiag">
                      <a:fgClr>
                        <a:schemeClr val="bg1">
                          <a:lumMod val="50000"/>
                        </a:schemeClr>
                      </a:fgClr>
                      <a:bgClr>
                        <a:schemeClr val="bg1"/>
                      </a:bgClr>
                    </a:pattFill>
                  </a:tcPr>
                </a:tc>
                <a:extLst>
                  <a:ext uri="{0D108BD9-81ED-4DB2-BD59-A6C34878D82A}">
                    <a16:rowId xmlns:a16="http://schemas.microsoft.com/office/drawing/2014/main" val="87438051"/>
                  </a:ext>
                </a:extLst>
              </a:tr>
            </a:tbl>
          </a:graphicData>
        </a:graphic>
      </p:graphicFrame>
      <p:sp>
        <p:nvSpPr>
          <p:cNvPr id="2" name="Title Placeholder 1">
            <a:extLst>
              <a:ext uri="{FF2B5EF4-FFF2-40B4-BE49-F238E27FC236}">
                <a16:creationId xmlns:a16="http://schemas.microsoft.com/office/drawing/2014/main" id="{6358EDB7-2099-41D3-A175-DAC6E212AAF8}"/>
              </a:ext>
            </a:extLst>
          </p:cNvPr>
          <p:cNvSpPr>
            <a:spLocks noGrp="1"/>
          </p:cNvSpPr>
          <p:nvPr>
            <p:ph type="title"/>
          </p:nvPr>
        </p:nvSpPr>
        <p:spPr>
          <a:xfrm>
            <a:off x="694296" y="820012"/>
            <a:ext cx="10797447" cy="595007"/>
          </a:xfrm>
          <a:prstGeom prst="rect">
            <a:avLst/>
          </a:prstGeom>
        </p:spPr>
        <p:txBody>
          <a:bodyPr vert="horz" lIns="0" tIns="180000" rIns="0" bIns="0" rtlCol="0" anchor="t">
            <a:noAutofit/>
          </a:bodyPr>
          <a:lstStyle/>
          <a:p>
            <a:r>
              <a:rPr lang="en-US" noProof="0"/>
              <a:t>Click to edit Master title style</a:t>
            </a:r>
            <a:endParaRPr lang="en-GB" noProof="0" dirty="0"/>
          </a:p>
        </p:txBody>
      </p:sp>
      <p:sp>
        <p:nvSpPr>
          <p:cNvPr id="3" name="Text Placeholder 2">
            <a:extLst>
              <a:ext uri="{FF2B5EF4-FFF2-40B4-BE49-F238E27FC236}">
                <a16:creationId xmlns:a16="http://schemas.microsoft.com/office/drawing/2014/main" id="{75D17EAE-7603-437B-BEF7-B208D7061457}"/>
              </a:ext>
            </a:extLst>
          </p:cNvPr>
          <p:cNvSpPr>
            <a:spLocks noGrp="1"/>
          </p:cNvSpPr>
          <p:nvPr>
            <p:ph type="body" idx="1"/>
          </p:nvPr>
        </p:nvSpPr>
        <p:spPr>
          <a:xfrm>
            <a:off x="698360" y="1800000"/>
            <a:ext cx="10789317" cy="4355904"/>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33" name="Slide Number Placeholder 5">
            <a:extLst>
              <a:ext uri="{FF2B5EF4-FFF2-40B4-BE49-F238E27FC236}">
                <a16:creationId xmlns:a16="http://schemas.microsoft.com/office/drawing/2014/main" id="{DEF3BA3A-53B3-4BA4-830A-4527AF9F325A}"/>
              </a:ext>
            </a:extLst>
          </p:cNvPr>
          <p:cNvSpPr>
            <a:spLocks noGrp="1"/>
          </p:cNvSpPr>
          <p:nvPr>
            <p:ph type="sldNum" sz="quarter" idx="4"/>
          </p:nvPr>
        </p:nvSpPr>
        <p:spPr>
          <a:xfrm>
            <a:off x="695324" y="6596187"/>
            <a:ext cx="245260" cy="217625"/>
          </a:xfrm>
          <a:prstGeom prst="rect">
            <a:avLst/>
          </a:prstGeom>
        </p:spPr>
        <p:txBody>
          <a:bodyPr vert="horz" wrap="none" lIns="0" tIns="46800" rIns="0" bIns="46800" rtlCol="0" anchor="ctr">
            <a:spAutoFit/>
          </a:bodyPr>
          <a:lstStyle>
            <a:lvl1pPr algn="l">
              <a:defRPr sz="800">
                <a:solidFill>
                  <a:srgbClr val="7C8F98"/>
                </a:solidFill>
                <a:latin typeface="+mn-lt"/>
              </a:defRPr>
            </a:lvl1pPr>
          </a:lstStyle>
          <a:p>
            <a:fld id="{5D1E5300-FC0F-4317-A193-EF6CE9E6F7B5}" type="slidenum">
              <a:rPr lang="en-GB" smtClean="0"/>
              <a:pPr/>
              <a:t>‹#›</a:t>
            </a:fld>
            <a:r>
              <a:rPr lang="en-GB" dirty="0"/>
              <a:t>  |  </a:t>
            </a:r>
            <a:endParaRPr lang="en-GB" noProof="0" dirty="0"/>
          </a:p>
        </p:txBody>
      </p:sp>
      <p:sp>
        <p:nvSpPr>
          <p:cNvPr id="36" name="Classification">
            <a:extLst>
              <a:ext uri="{FF2B5EF4-FFF2-40B4-BE49-F238E27FC236}">
                <a16:creationId xmlns:a16="http://schemas.microsoft.com/office/drawing/2014/main" id="{CCE8DDFB-884A-4040-A8EB-D8221E682614}"/>
              </a:ext>
            </a:extLst>
          </p:cNvPr>
          <p:cNvSpPr txBox="1"/>
          <p:nvPr userDrawn="1"/>
        </p:nvSpPr>
        <p:spPr>
          <a:xfrm>
            <a:off x="9756774" y="6597278"/>
            <a:ext cx="1739900" cy="215444"/>
          </a:xfrm>
          <a:prstGeom prst="rect">
            <a:avLst/>
          </a:prstGeom>
        </p:spPr>
        <p:txBody>
          <a:bodyPr vert="horz" lIns="0" tIns="45720" rIns="0" bIns="45720" rtlCol="0" anchor="ctr">
            <a:spAutoFit/>
          </a:bodyPr>
          <a:lstStyle>
            <a:defPPr>
              <a:defRPr lang="en-US"/>
            </a:defPPr>
            <a:lvl1pPr algn="r">
              <a:defRPr sz="800">
                <a:solidFill>
                  <a:srgbClr val="7C8F98"/>
                </a:solidFill>
                <a:latin typeface="Verdana" panose="00000500000000000000" pitchFamily="50" charset="0"/>
              </a:defRPr>
            </a:lvl1pPr>
          </a:lstStyle>
          <a:p>
            <a:pPr lvl="0"/>
            <a:r>
              <a:rPr lang="en-GB" noProof="0" dirty="0">
                <a:latin typeface="+mn-lt"/>
              </a:rPr>
              <a:t>Open</a:t>
            </a:r>
          </a:p>
        </p:txBody>
      </p:sp>
      <p:sp>
        <p:nvSpPr>
          <p:cNvPr id="37" name="DateBox">
            <a:extLst>
              <a:ext uri="{FF2B5EF4-FFF2-40B4-BE49-F238E27FC236}">
                <a16:creationId xmlns:a16="http://schemas.microsoft.com/office/drawing/2014/main" id="{66CDF6A4-3F2C-4A0A-88CC-5D8A55FE1230}"/>
              </a:ext>
            </a:extLst>
          </p:cNvPr>
          <p:cNvSpPr txBox="1"/>
          <p:nvPr userDrawn="1"/>
        </p:nvSpPr>
        <p:spPr>
          <a:xfrm>
            <a:off x="9756774" y="6597278"/>
            <a:ext cx="1739900" cy="215444"/>
          </a:xfrm>
          <a:prstGeom prst="rect">
            <a:avLst/>
          </a:prstGeom>
        </p:spPr>
        <p:txBody>
          <a:bodyPr vert="horz" lIns="0" tIns="45720" rIns="0" bIns="45720" rtlCol="0" anchor="ctr">
            <a:spAutoFit/>
          </a:bodyPr>
          <a:lstStyle>
            <a:defPPr>
              <a:defRPr lang="en-US"/>
            </a:defPPr>
            <a:lvl1pPr algn="r">
              <a:defRPr sz="800">
                <a:solidFill>
                  <a:srgbClr val="7C8F98"/>
                </a:solidFill>
                <a:latin typeface="Verdana" panose="00000500000000000000" pitchFamily="50" charset="0"/>
              </a:defRPr>
            </a:lvl1pPr>
          </a:lstStyle>
          <a:p>
            <a:pPr lvl="0"/>
            <a:endParaRPr lang="en-GB" noProof="0" dirty="0">
              <a:latin typeface="+mn-lt"/>
            </a:endParaRPr>
          </a:p>
        </p:txBody>
      </p:sp>
      <p:sp>
        <p:nvSpPr>
          <p:cNvPr id="4" name="isEquinor" hidden="1">
            <a:extLst>
              <a:ext uri="{FF2B5EF4-FFF2-40B4-BE49-F238E27FC236}">
                <a16:creationId xmlns:a16="http://schemas.microsoft.com/office/drawing/2014/main" id="{5118DC7A-7735-4C04-9A17-53916530E1F8}"/>
              </a:ext>
            </a:extLst>
          </p:cNvPr>
          <p:cNvSpPr/>
          <p:nvPr userDrawn="1"/>
        </p:nvSpPr>
        <p:spPr>
          <a:xfrm>
            <a:off x="349624" y="242047"/>
            <a:ext cx="2050676" cy="2016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3" name="Graphic 52">
            <a:extLst>
              <a:ext uri="{FF2B5EF4-FFF2-40B4-BE49-F238E27FC236}">
                <a16:creationId xmlns:a16="http://schemas.microsoft.com/office/drawing/2014/main" id="{08BF3E39-2C38-474C-920D-4207B62550B8}"/>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10430219" y="175144"/>
            <a:ext cx="1078648" cy="427693"/>
          </a:xfrm>
          <a:prstGeom prst="rect">
            <a:avLst/>
          </a:prstGeom>
        </p:spPr>
      </p:pic>
      <p:graphicFrame>
        <p:nvGraphicFramePr>
          <p:cNvPr id="17" name="Table 17">
            <a:extLst>
              <a:ext uri="{FF2B5EF4-FFF2-40B4-BE49-F238E27FC236}">
                <a16:creationId xmlns:a16="http://schemas.microsoft.com/office/drawing/2014/main" id="{A9751D39-C401-4890-BA02-013724A8DE6D}"/>
              </a:ext>
            </a:extLst>
          </p:cNvPr>
          <p:cNvGraphicFramePr>
            <a:graphicFrameLocks noGrp="1"/>
          </p:cNvGraphicFramePr>
          <p:nvPr userDrawn="1">
            <p:extLst>
              <p:ext uri="{D42A27DB-BD31-4B8C-83A1-F6EECF244321}">
                <p14:modId xmlns:p14="http://schemas.microsoft.com/office/powerpoint/2010/main" val="4194168426"/>
              </p:ext>
            </p:extLst>
          </p:nvPr>
        </p:nvGraphicFramePr>
        <p:xfrm>
          <a:off x="12552080" y="821391"/>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dirty="0" err="1">
                          <a:solidFill>
                            <a:schemeClr val="bg1"/>
                          </a:solidFill>
                        </a:rPr>
                        <a:t>Primary</a:t>
                      </a:r>
                      <a:r>
                        <a:rPr lang="nb-NO" sz="600" b="0" dirty="0">
                          <a:solidFill>
                            <a:schemeClr val="bg1"/>
                          </a:solidFill>
                        </a:rPr>
                        <a:t> </a:t>
                      </a:r>
                      <a:r>
                        <a:rPr lang="nb-NO" sz="600" b="0" dirty="0" err="1">
                          <a:solidFill>
                            <a:schemeClr val="bg1"/>
                          </a:solidFill>
                        </a:rPr>
                        <a:t>colors</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dirty="0"/>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dirty="0" err="1">
                          <a:solidFill>
                            <a:schemeClr val="bg1"/>
                          </a:solidFill>
                        </a:rPr>
                        <a:t>Secondary</a:t>
                      </a:r>
                      <a:r>
                        <a:rPr lang="nb-NO" sz="600" b="0" dirty="0">
                          <a:solidFill>
                            <a:schemeClr val="bg1"/>
                          </a:solidFill>
                        </a:rPr>
                        <a:t> </a:t>
                      </a:r>
                      <a:r>
                        <a:rPr lang="nb-NO" sz="600" b="0" dirty="0" err="1">
                          <a:solidFill>
                            <a:schemeClr val="bg1"/>
                          </a:solidFill>
                        </a:rPr>
                        <a:t>colors</a:t>
                      </a:r>
                      <a:r>
                        <a:rPr lang="nb-NO" sz="600" b="0" dirty="0">
                          <a:solidFill>
                            <a:schemeClr val="bg1"/>
                          </a:solidFill>
                        </a:rPr>
                        <a:t> </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dirty="0">
                          <a:solidFill>
                            <a:schemeClr val="bg1"/>
                          </a:solidFill>
                        </a:rPr>
                        <a:t>Tints for </a:t>
                      </a:r>
                      <a:r>
                        <a:rPr lang="nb-NO" sz="600" b="0" dirty="0" err="1">
                          <a:solidFill>
                            <a:schemeClr val="bg1"/>
                          </a:solidFill>
                        </a:rPr>
                        <a:t>charts</a:t>
                      </a:r>
                      <a:r>
                        <a:rPr lang="nb-NO" sz="600" b="0" dirty="0">
                          <a:solidFill>
                            <a:schemeClr val="bg1"/>
                          </a:solidFill>
                        </a:rPr>
                        <a:t> </a:t>
                      </a:r>
                      <a:br>
                        <a:rPr lang="nb-NO" sz="600" b="0" dirty="0">
                          <a:solidFill>
                            <a:schemeClr val="bg1"/>
                          </a:solidFill>
                        </a:rPr>
                      </a:br>
                      <a:r>
                        <a:rPr lang="nb-NO" sz="600" b="0" dirty="0">
                          <a:solidFill>
                            <a:schemeClr val="bg1"/>
                          </a:solidFill>
                        </a:rPr>
                        <a:t>and </a:t>
                      </a:r>
                      <a:r>
                        <a:rPr lang="nb-NO" sz="600" b="0" dirty="0" err="1">
                          <a:solidFill>
                            <a:schemeClr val="bg1"/>
                          </a:solidFill>
                        </a:rPr>
                        <a:t>infographics</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dirty="0">
                          <a:solidFill>
                            <a:schemeClr val="bg1"/>
                          </a:solidFill>
                        </a:rPr>
                        <a:t>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dirty="0">
                          <a:solidFill>
                            <a:schemeClr val="bg1"/>
                          </a:solidFill>
                        </a:rPr>
                        <a:t>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dirty="0">
                          <a:solidFill>
                            <a:schemeClr val="bg1"/>
                          </a:solidFill>
                        </a:rPr>
                        <a:t>3</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dirty="0">
                          <a:solidFill>
                            <a:schemeClr val="bg1"/>
                          </a:solidFill>
                        </a:rPr>
                        <a:t>4</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dirty="0">
                          <a:solidFill>
                            <a:schemeClr val="bg1"/>
                          </a:solidFill>
                        </a:rPr>
                        <a:t>5</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dirty="0">
                          <a:solidFill>
                            <a:schemeClr val="bg1"/>
                          </a:solidFill>
                        </a:rPr>
                        <a:t>6</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dirty="0">
                          <a:solidFill>
                            <a:schemeClr val="bg1"/>
                          </a:solidFill>
                        </a:rPr>
                        <a:t>7</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dirty="0">
                          <a:solidFill>
                            <a:schemeClr val="bg1"/>
                          </a:solidFill>
                        </a:rPr>
                        <a:t>8</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dirty="0">
                          <a:solidFill>
                            <a:schemeClr val="bg1"/>
                          </a:solidFill>
                        </a:rPr>
                        <a:t>9</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dirty="0">
                          <a:solidFill>
                            <a:schemeClr val="bg1"/>
                          </a:solidFill>
                        </a:rPr>
                        <a:t>10</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dirty="0">
                          <a:solidFill>
                            <a:schemeClr val="bg1"/>
                          </a:solidFill>
                        </a:rPr>
                        <a:t>11</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dirty="0">
                          <a:solidFill>
                            <a:schemeClr val="bg1"/>
                          </a:solidFill>
                        </a:rPr>
                        <a:t>12</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dirty="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dirty="0" err="1">
                          <a:solidFill>
                            <a:schemeClr val="bg1"/>
                          </a:solidFill>
                        </a:rPr>
                        <a:t>Supporting</a:t>
                      </a:r>
                      <a:r>
                        <a:rPr lang="nb-NO" sz="600" b="0" dirty="0">
                          <a:solidFill>
                            <a:schemeClr val="bg1"/>
                          </a:solidFill>
                        </a:rPr>
                        <a:t> </a:t>
                      </a:r>
                      <a:r>
                        <a:rPr lang="nb-NO" sz="600" b="0" dirty="0" err="1">
                          <a:solidFill>
                            <a:schemeClr val="bg1"/>
                          </a:solidFill>
                        </a:rPr>
                        <a:t>color</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dirty="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dirty="0" err="1">
                          <a:solidFill>
                            <a:schemeClr val="bg1"/>
                          </a:solidFill>
                        </a:rPr>
                        <a:t>Only</a:t>
                      </a:r>
                      <a:r>
                        <a:rPr lang="nb-NO" sz="600" b="0" dirty="0">
                          <a:solidFill>
                            <a:schemeClr val="bg1"/>
                          </a:solidFill>
                        </a:rPr>
                        <a:t> </a:t>
                      </a:r>
                      <a:r>
                        <a:rPr lang="nb-NO" sz="600" b="0" dirty="0" err="1">
                          <a:solidFill>
                            <a:schemeClr val="bg1"/>
                          </a:solidFill>
                        </a:rPr>
                        <a:t>use</a:t>
                      </a:r>
                      <a:r>
                        <a:rPr lang="nb-NO" sz="600" b="0" dirty="0">
                          <a:solidFill>
                            <a:schemeClr val="bg1"/>
                          </a:solidFill>
                        </a:rPr>
                        <a:t> </a:t>
                      </a:r>
                      <a:r>
                        <a:rPr lang="nb-NO" sz="600" b="0" dirty="0" err="1">
                          <a:solidFill>
                            <a:schemeClr val="bg1"/>
                          </a:solidFill>
                        </a:rPr>
                        <a:t>if</a:t>
                      </a:r>
                      <a:r>
                        <a:rPr lang="nb-NO" sz="600" b="0" dirty="0">
                          <a:solidFill>
                            <a:schemeClr val="bg1"/>
                          </a:solidFill>
                        </a:rPr>
                        <a:t> </a:t>
                      </a:r>
                      <a:r>
                        <a:rPr lang="nb-NO" sz="600" b="0" dirty="0" err="1">
                          <a:solidFill>
                            <a:schemeClr val="bg1"/>
                          </a:solidFill>
                        </a:rPr>
                        <a:t>necessary</a:t>
                      </a:r>
                      <a:endParaRPr lang="en-GB" sz="600" b="0" dirty="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dirty="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1161360054"/>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68" r:id="rId3"/>
    <p:sldLayoutId id="2147483673" r:id="rId4"/>
    <p:sldLayoutId id="2147483679" r:id="rId5"/>
    <p:sldLayoutId id="2147483669" r:id="rId6"/>
    <p:sldLayoutId id="2147483678" r:id="rId7"/>
    <p:sldLayoutId id="2147483656" r:id="rId8"/>
    <p:sldLayoutId id="2147483680" r:id="rId9"/>
    <p:sldLayoutId id="2147483677" r:id="rId10"/>
    <p:sldLayoutId id="2147483657" r:id="rId11"/>
    <p:sldLayoutId id="2147483654" r:id="rId12"/>
    <p:sldLayoutId id="2147483655" r:id="rId13"/>
    <p:sldLayoutId id="2147483649" r:id="rId14"/>
    <p:sldLayoutId id="2147483665" r:id="rId15"/>
    <p:sldLayoutId id="2147483664" r:id="rId16"/>
    <p:sldLayoutId id="2147483676" r:id="rId17"/>
    <p:sldLayoutId id="2147483667" r:id="rId18"/>
    <p:sldLayoutId id="2147483660" r:id="rId19"/>
    <p:sldLayoutId id="2147483661" r:id="rId20"/>
    <p:sldLayoutId id="2147483671" r:id="rId21"/>
    <p:sldLayoutId id="2147483674" r:id="rId22"/>
  </p:sldLayoutIdLst>
  <p:hf hdr="0" ftr="0" dt="0"/>
  <p:txStyles>
    <p:titleStyle>
      <a:lvl1pPr algn="l" defTabSz="914400" rtl="0" eaLnBrk="1" latinLnBrk="0" hangingPunct="1">
        <a:lnSpc>
          <a:spcPct val="100000"/>
        </a:lnSpc>
        <a:spcBef>
          <a:spcPct val="0"/>
        </a:spcBef>
        <a:buNone/>
        <a:defRPr sz="2400" kern="1200">
          <a:solidFill>
            <a:srgbClr val="243746"/>
          </a:solidFill>
          <a:latin typeface="+mj-lt"/>
          <a:ea typeface="+mj-ea"/>
          <a:cs typeface="+mj-cs"/>
        </a:defRPr>
      </a:lvl1pPr>
    </p:titleStyle>
    <p:body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userDrawn="1">
          <p15:clr>
            <a:srgbClr val="F26B43"/>
          </p15:clr>
        </p15:guide>
        <p15:guide id="2" pos="7242" userDrawn="1">
          <p15:clr>
            <a:srgbClr val="F26B43"/>
          </p15:clr>
        </p15:guide>
        <p15:guide id="4" orient="horz" pos="516" userDrawn="1">
          <p15:clr>
            <a:srgbClr val="F26B43"/>
          </p15:clr>
        </p15:guide>
        <p15:guide id="6" orient="horz" pos="890" userDrawn="1">
          <p15:clr>
            <a:srgbClr val="F26B43"/>
          </p15:clr>
        </p15:guide>
        <p15:guide id="8" orient="horz" pos="1265" userDrawn="1">
          <p15:clr>
            <a:srgbClr val="F26B43"/>
          </p15:clr>
        </p15:guide>
        <p15:guide id="10" orient="horz" pos="1638" userDrawn="1">
          <p15:clr>
            <a:srgbClr val="F26B43"/>
          </p15:clr>
        </p15:guide>
        <p15:guide id="14" orient="horz" pos="2013" userDrawn="1">
          <p15:clr>
            <a:srgbClr val="F26B43"/>
          </p15:clr>
        </p15:guide>
        <p15:guide id="15" orient="horz" pos="2387" userDrawn="1">
          <p15:clr>
            <a:srgbClr val="F26B43"/>
          </p15:clr>
        </p15:guide>
        <p15:guide id="18" orient="horz" pos="2760" userDrawn="1">
          <p15:clr>
            <a:srgbClr val="F26B43"/>
          </p15:clr>
        </p15:guide>
        <p15:guide id="20" orient="horz" pos="3135" userDrawn="1">
          <p15:clr>
            <a:srgbClr val="F26B43"/>
          </p15:clr>
        </p15:guide>
        <p15:guide id="21" orient="horz" pos="3510" userDrawn="1">
          <p15:clr>
            <a:srgbClr val="F26B43"/>
          </p15:clr>
        </p15:guide>
        <p15:guide id="22" pos="6675" userDrawn="1">
          <p15:clr>
            <a:srgbClr val="F26B43"/>
          </p15:clr>
        </p15:guide>
        <p15:guide id="24" pos="6108" userDrawn="1">
          <p15:clr>
            <a:srgbClr val="F26B43"/>
          </p15:clr>
        </p15:guide>
        <p15:guide id="26" pos="5541" userDrawn="1">
          <p15:clr>
            <a:srgbClr val="F26B43"/>
          </p15:clr>
        </p15:guide>
        <p15:guide id="28" pos="4974" userDrawn="1">
          <p15:clr>
            <a:srgbClr val="F26B43"/>
          </p15:clr>
        </p15:guide>
        <p15:guide id="30" pos="4407" userDrawn="1">
          <p15:clr>
            <a:srgbClr val="F26B43"/>
          </p15:clr>
        </p15:guide>
        <p15:guide id="32" pos="3840" userDrawn="1">
          <p15:clr>
            <a:srgbClr val="F26B43"/>
          </p15:clr>
        </p15:guide>
        <p15:guide id="34" pos="3273" userDrawn="1">
          <p15:clr>
            <a:srgbClr val="F26B43"/>
          </p15:clr>
        </p15:guide>
        <p15:guide id="36" pos="2706" userDrawn="1">
          <p15:clr>
            <a:srgbClr val="F26B43"/>
          </p15:clr>
        </p15:guide>
        <p15:guide id="38" pos="2139" userDrawn="1">
          <p15:clr>
            <a:srgbClr val="F26B43"/>
          </p15:clr>
        </p15:guide>
        <p15:guide id="40" pos="1572" userDrawn="1">
          <p15:clr>
            <a:srgbClr val="F26B43"/>
          </p15:clr>
        </p15:guide>
        <p15:guide id="42" pos="1005" userDrawn="1">
          <p15:clr>
            <a:srgbClr val="F26B43"/>
          </p15:clr>
        </p15:guide>
        <p15:guide id="43" orient="horz" pos="3884" userDrawn="1">
          <p15:clr>
            <a:srgbClr val="F26B43"/>
          </p15:clr>
        </p15:guide>
        <p15:guide id="44" orient="horz" pos="410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E90BF16-7070-4A95-9AEF-55DBC958E75E}"/>
              </a:ext>
            </a:extLst>
          </p:cNvPr>
          <p:cNvSpPr txBox="1">
            <a:spLocks/>
          </p:cNvSpPr>
          <p:nvPr userDrawn="1"/>
        </p:nvSpPr>
        <p:spPr>
          <a:xfrm>
            <a:off x="695325" y="811227"/>
            <a:ext cx="10801350" cy="1145313"/>
          </a:xfrm>
          <a:prstGeom prst="rect">
            <a:avLst/>
          </a:prstGeom>
        </p:spPr>
        <p:txBody>
          <a:bodyPr vert="horz" lIns="0" tIns="252000" rIns="0" bIns="144000" rtlCol="0" anchor="t">
            <a:no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0" i="0" u="none" strike="noStrike" kern="1200" cap="none" spc="0" normalizeH="0" baseline="0" noProof="0" dirty="0">
                <a:ln>
                  <a:noFill/>
                </a:ln>
                <a:solidFill>
                  <a:srgbClr val="243746"/>
                </a:solidFill>
                <a:effectLst/>
                <a:uLnTx/>
                <a:uFillTx/>
                <a:latin typeface="+mj-lt"/>
                <a:ea typeface="+mj-ea"/>
                <a:cs typeface="+mj-cs"/>
              </a:rPr>
              <a:t>Embedded fonts</a:t>
            </a:r>
          </a:p>
        </p:txBody>
      </p:sp>
      <p:sp>
        <p:nvSpPr>
          <p:cNvPr id="9" name="TextBox 8">
            <a:extLst>
              <a:ext uri="{FF2B5EF4-FFF2-40B4-BE49-F238E27FC236}">
                <a16:creationId xmlns:a16="http://schemas.microsoft.com/office/drawing/2014/main" id="{B372C405-F956-4F94-95E2-A22E0C6C22EA}"/>
              </a:ext>
            </a:extLst>
          </p:cNvPr>
          <p:cNvSpPr txBox="1"/>
          <p:nvPr userDrawn="1"/>
        </p:nvSpPr>
        <p:spPr>
          <a:xfrm>
            <a:off x="666964" y="1609946"/>
            <a:ext cx="3444240" cy="2523768"/>
          </a:xfrm>
          <a:prstGeom prst="rect">
            <a:avLst/>
          </a:prstGeom>
          <a:noFill/>
        </p:spPr>
        <p:txBody>
          <a:bodyPr wrap="square" rtlCol="0">
            <a:spAutoFit/>
          </a:bodyPr>
          <a:lstStyle/>
          <a:p>
            <a:r>
              <a:rPr lang="en-GB" sz="1400" u="sng" noProof="0" dirty="0">
                <a:solidFill>
                  <a:srgbClr val="243746"/>
                </a:solidFill>
                <a:latin typeface="Equinor Medium" panose="020B0603050302040203" pitchFamily="34" charset="0"/>
              </a:rPr>
              <a:t>Font faces:</a:t>
            </a:r>
            <a:br>
              <a:rPr lang="en-GB" sz="1400" u="sng" noProof="0" dirty="0">
                <a:solidFill>
                  <a:srgbClr val="243746"/>
                </a:solidFill>
                <a:latin typeface="Equinor Medium" panose="020B0603050302040203" pitchFamily="34" charset="0"/>
              </a:rPr>
            </a:br>
            <a:endParaRPr lang="en-GB" sz="1400" u="sng" noProof="0" dirty="0">
              <a:solidFill>
                <a:srgbClr val="243746"/>
              </a:solidFill>
              <a:latin typeface="Equinor Medium" panose="020B0603050302040203" pitchFamily="34" charset="0"/>
            </a:endParaRPr>
          </a:p>
          <a:p>
            <a:r>
              <a:rPr lang="en-GB" sz="1400" noProof="0" dirty="0">
                <a:solidFill>
                  <a:srgbClr val="243746"/>
                </a:solidFill>
                <a:latin typeface="Equinor Light" panose="020B0303050302040203" pitchFamily="34" charset="0"/>
              </a:rPr>
              <a:t>Equinor Light</a:t>
            </a:r>
          </a:p>
          <a:p>
            <a:r>
              <a:rPr lang="en-GB" sz="1400" i="1" noProof="0" dirty="0">
                <a:solidFill>
                  <a:srgbClr val="243746"/>
                </a:solidFill>
                <a:latin typeface="Equinor Light" panose="020B0303050302040203" pitchFamily="34" charset="0"/>
              </a:rPr>
              <a:t>Equinor Light Italic</a:t>
            </a:r>
          </a:p>
          <a:p>
            <a:r>
              <a:rPr lang="en-GB" sz="1400" noProof="0" dirty="0">
                <a:solidFill>
                  <a:srgbClr val="243746"/>
                </a:solidFill>
                <a:latin typeface="Equinor" panose="020B0503050302040203" pitchFamily="34" charset="0"/>
              </a:rPr>
              <a:t>Equinor</a:t>
            </a:r>
            <a:r>
              <a:rPr lang="en-GB" sz="1400" noProof="0" dirty="0">
                <a:solidFill>
                  <a:srgbClr val="243746"/>
                </a:solidFill>
                <a:latin typeface="Equinor Medium" panose="020B0603050302040203" pitchFamily="34" charset="0"/>
              </a:rPr>
              <a:t> </a:t>
            </a:r>
          </a:p>
          <a:p>
            <a:r>
              <a:rPr lang="en-GB" sz="1400" i="1" noProof="0" dirty="0">
                <a:solidFill>
                  <a:srgbClr val="243746"/>
                </a:solidFill>
                <a:latin typeface="Equinor" panose="020B0503050302040203" pitchFamily="34" charset="0"/>
              </a:rPr>
              <a:t>Equinor Italic</a:t>
            </a:r>
          </a:p>
          <a:p>
            <a:r>
              <a:rPr lang="en-GB" sz="1400" noProof="0" dirty="0">
                <a:solidFill>
                  <a:srgbClr val="243746"/>
                </a:solidFill>
                <a:latin typeface="Equinor Medium" panose="020B0603050302040203" pitchFamily="34" charset="0"/>
              </a:rPr>
              <a:t>Equinor Medium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noProof="0" dirty="0">
                <a:solidFill>
                  <a:srgbClr val="243746"/>
                </a:solidFill>
                <a:latin typeface="Equinor Medium" panose="020B0603050302040203" pitchFamily="34" charset="0"/>
              </a:rPr>
              <a:t>Equinor Medium Italic</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noProof="0" dirty="0">
                <a:solidFill>
                  <a:srgbClr val="243746"/>
                </a:solidFill>
                <a:latin typeface="Equinor" panose="020B0503050302040203" pitchFamily="34" charset="0"/>
              </a:rPr>
              <a:t>Equinor Bold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i="1" noProof="0" dirty="0">
                <a:solidFill>
                  <a:srgbClr val="243746"/>
                </a:solidFill>
                <a:latin typeface="Equinor" panose="020B0503050302040203" pitchFamily="34" charset="0"/>
              </a:rPr>
              <a:t>Equinor Bold Italic</a:t>
            </a:r>
          </a:p>
          <a:p>
            <a:endParaRPr lang="en-GB" noProof="0" dirty="0">
              <a:solidFill>
                <a:srgbClr val="243746"/>
              </a:solidFill>
              <a:latin typeface="Equinor Medium" panose="020B0603050302040203" pitchFamily="34" charset="0"/>
            </a:endParaRPr>
          </a:p>
        </p:txBody>
      </p:sp>
    </p:spTree>
    <p:extLst>
      <p:ext uri="{BB962C8B-B14F-4D97-AF65-F5344CB8AC3E}">
        <p14:creationId xmlns:p14="http://schemas.microsoft.com/office/powerpoint/2010/main" val="3758912119"/>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hyperlink" Target="https://ic.unicamp.br/~sandra/pdf/class/2018-2/mc886-mo444/Hands_On_Machine_Learning_with_Scikit_Learn_and_TensorFlow-427-432.pdf"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freecodecamp.org/news/the-beginners-guide-to-git-github/" TargetMode="External"/><Relationship Id="rId1" Type="http://schemas.openxmlformats.org/officeDocument/2006/relationships/slideLayout" Target="../slideLayouts/slideLayout13.xml"/><Relationship Id="rId6" Type="http://schemas.openxmlformats.org/officeDocument/2006/relationships/hyperlink" Target="https://git-scm.com/doc" TargetMode="External"/><Relationship Id="rId5" Type="http://schemas.openxmlformats.org/officeDocument/2006/relationships/hyperlink" Target="https://docs.github.com/en/get-started/quickstart" TargetMode="External"/><Relationship Id="rId4" Type="http://schemas.openxmlformats.org/officeDocument/2006/relationships/hyperlink" Target="https://docs.github.com/en/get-started/getting-started-with-gi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github.com/vescequi/IFP_ML_Miniprojects/tree/main/01_facies_classification/00_data/02_SEG_2016_ml_contest"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github.com/vescequi/IFP_ML_Miniprojects/tree/main/03_well_log_based_reservoir_property_estimation/00_data" TargetMode="External"/><Relationship Id="rId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F2A748-5CD2-4655-842D-29DA34E2242E}"/>
              </a:ext>
            </a:extLst>
          </p:cNvPr>
          <p:cNvSpPr>
            <a:spLocks noGrp="1"/>
          </p:cNvSpPr>
          <p:nvPr>
            <p:ph type="ctrTitle"/>
          </p:nvPr>
        </p:nvSpPr>
        <p:spPr/>
        <p:txBody>
          <a:bodyPr/>
          <a:lstStyle/>
          <a:p>
            <a:r>
              <a:rPr lang="en-GB" sz="1800" b="0" i="0" u="none" strike="noStrike" dirty="0">
                <a:solidFill>
                  <a:srgbClr val="FF1243"/>
                </a:solidFill>
                <a:effectLst/>
                <a:latin typeface="Equinor Medium" panose="020B0604020202020204" charset="0"/>
              </a:rPr>
              <a:t>EQUINOR – IFP collaboration: Machine Learning Miniprojects</a:t>
            </a:r>
            <a:endParaRPr lang="en-GB" dirty="0"/>
          </a:p>
        </p:txBody>
      </p:sp>
      <p:sp>
        <p:nvSpPr>
          <p:cNvPr id="5" name="Subtitle 4">
            <a:extLst>
              <a:ext uri="{FF2B5EF4-FFF2-40B4-BE49-F238E27FC236}">
                <a16:creationId xmlns:a16="http://schemas.microsoft.com/office/drawing/2014/main" id="{0F299EEB-2EDF-4743-87A3-C1D8EB199546}"/>
              </a:ext>
            </a:extLst>
          </p:cNvPr>
          <p:cNvSpPr>
            <a:spLocks noGrp="1"/>
          </p:cNvSpPr>
          <p:nvPr>
            <p:ph type="subTitle" idx="1"/>
          </p:nvPr>
        </p:nvSpPr>
        <p:spPr/>
        <p:txBody>
          <a:bodyPr/>
          <a:lstStyle/>
          <a:p>
            <a:r>
              <a:rPr lang="en-US" sz="1400" dirty="0"/>
              <a:t>Production Forecast using data driven techniques</a:t>
            </a:r>
          </a:p>
        </p:txBody>
      </p:sp>
    </p:spTree>
    <p:extLst>
      <p:ext uri="{BB962C8B-B14F-4D97-AF65-F5344CB8AC3E}">
        <p14:creationId xmlns:p14="http://schemas.microsoft.com/office/powerpoint/2010/main" val="4007871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D488-CCA1-5028-09D5-32BD61485CFA}"/>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Project: Production forecast using data-driven techniques</a:t>
            </a:r>
          </a:p>
        </p:txBody>
      </p:sp>
      <p:sp>
        <p:nvSpPr>
          <p:cNvPr id="3" name="Content Placeholder 2">
            <a:extLst>
              <a:ext uri="{FF2B5EF4-FFF2-40B4-BE49-F238E27FC236}">
                <a16:creationId xmlns:a16="http://schemas.microsoft.com/office/drawing/2014/main" id="{61CBA99C-3D5E-6CCC-E184-AD111794F575}"/>
              </a:ext>
            </a:extLst>
          </p:cNvPr>
          <p:cNvSpPr>
            <a:spLocks noGrp="1"/>
          </p:cNvSpPr>
          <p:nvPr>
            <p:ph idx="1"/>
          </p:nvPr>
        </p:nvSpPr>
        <p:spPr/>
        <p:txBody>
          <a:bodyPr vert="horz" lIns="0" tIns="0" rIns="0" bIns="0" rtlCol="0" anchor="t">
            <a:noAutofit/>
          </a:bodyPr>
          <a:lstStyle/>
          <a:p>
            <a:pPr marL="0" indent="0">
              <a:buNone/>
            </a:pPr>
            <a:r>
              <a:rPr lang="en-US" dirty="0">
                <a:latin typeface="Calibri" panose="020F0502020204030204" pitchFamily="34" charset="0"/>
                <a:ea typeface="Verdana"/>
                <a:cs typeface="Calibri" panose="020F0502020204030204" pitchFamily="34" charset="0"/>
              </a:rPr>
              <a:t>The relationship between petrophysical parameters, production conditions, and hydrocarbon volumes is nonlinear. Proposing a relationship among them using conventional mathematical approaches can be challenging. Data-driven approaches, such as machine learning, can capture the complex interplay between these parameters and make predictions about production volumes.</a:t>
            </a:r>
          </a:p>
          <a:p>
            <a:pPr marL="0" indent="0">
              <a:buNone/>
            </a:pPr>
            <a:r>
              <a:rPr lang="en-US" dirty="0">
                <a:latin typeface="Calibri" panose="020F0502020204030204" pitchFamily="34" charset="0"/>
                <a:ea typeface="Verdana"/>
                <a:cs typeface="Calibri" panose="020F0502020204030204" pitchFamily="34" charset="0"/>
              </a:rPr>
              <a:t>This mini-project focuses on developing predictions based on production data from a single well in the Volve field. The independent variables for this problem include downhole pressure, temperature, and fluid production volumes. Participants are encouraged to employ a variety of supervised machine learning techniques to forecast the hydrocarbon production of the well in the Volve field.</a:t>
            </a:r>
          </a:p>
          <a:p>
            <a:pPr marL="0" indent="0">
              <a:buNone/>
            </a:pPr>
            <a:endParaRPr lang="en-US" dirty="0">
              <a:latin typeface="Calibri" panose="020F0502020204030204" pitchFamily="34" charset="0"/>
              <a:ea typeface="Verdana"/>
              <a:cs typeface="Calibri" panose="020F0502020204030204" pitchFamily="34" charset="0"/>
            </a:endParaRPr>
          </a:p>
          <a:p>
            <a:pPr marL="0" indent="0">
              <a:buNone/>
            </a:pPr>
            <a:r>
              <a:rPr lang="en-US" b="1" dirty="0">
                <a:latin typeface="Calibri" panose="020F0502020204030204" pitchFamily="34" charset="0"/>
                <a:ea typeface="Verdana"/>
                <a:cs typeface="Calibri" panose="020F0502020204030204" pitchFamily="34" charset="0"/>
              </a:rPr>
              <a:t>Case study</a:t>
            </a:r>
            <a:r>
              <a:rPr lang="en-US" dirty="0">
                <a:latin typeface="Calibri" panose="020F0502020204030204" pitchFamily="34" charset="0"/>
                <a:ea typeface="Verdana"/>
                <a:cs typeface="Calibri" panose="020F0502020204030204" pitchFamily="34" charset="0"/>
              </a:rPr>
              <a:t>:</a:t>
            </a:r>
            <a:endParaRPr lang="en-US" dirty="0">
              <a:latin typeface="Calibri" panose="020F0502020204030204" pitchFamily="34" charset="0"/>
              <a:cs typeface="Calibri" panose="020F0502020204030204" pitchFamily="34" charset="0"/>
            </a:endParaRPr>
          </a:p>
          <a:p>
            <a:pPr marL="611505" lvl="1" indent="-179705">
              <a:buFont typeface="Courier New,monospace" panose="020B0604020202020204" pitchFamily="34" charset="0"/>
              <a:buChar char="o"/>
            </a:pPr>
            <a:r>
              <a:rPr lang="en-US" dirty="0">
                <a:latin typeface="Calibri" panose="020F0502020204030204" pitchFamily="34" charset="0"/>
                <a:ea typeface="Verdana"/>
                <a:cs typeface="Calibri" panose="020F0502020204030204" pitchFamily="34" charset="0"/>
              </a:rPr>
              <a:t>VOLVE Field. Production Data. </a:t>
            </a:r>
          </a:p>
          <a:p>
            <a:pPr marL="179070" indent="-179705">
              <a:buFont typeface="Courier New,monospace" panose="020B0604020202020204" pitchFamily="34" charset="0"/>
              <a:buChar char="o"/>
            </a:pPr>
            <a:endParaRPr lang="en-US" b="1" dirty="0">
              <a:latin typeface="Calibri" panose="020F0502020204030204" pitchFamily="34" charset="0"/>
              <a:ea typeface="Verdana"/>
              <a:cs typeface="Calibri" panose="020F0502020204030204" pitchFamily="34" charset="0"/>
            </a:endParaRPr>
          </a:p>
          <a:p>
            <a:pPr marL="285115" indent="-285750"/>
            <a:r>
              <a:rPr lang="en-US" b="1" dirty="0">
                <a:latin typeface="Calibri" panose="020F0502020204030204" pitchFamily="34" charset="0"/>
                <a:ea typeface="Verdana"/>
                <a:cs typeface="Calibri" panose="020F0502020204030204" pitchFamily="34" charset="0"/>
              </a:rPr>
              <a:t>Method</a:t>
            </a:r>
            <a:r>
              <a:rPr lang="en-US" dirty="0">
                <a:latin typeface="Calibri" panose="020F0502020204030204" pitchFamily="34" charset="0"/>
                <a:ea typeface="Verdana"/>
                <a:cs typeface="Calibri" panose="020F0502020204030204" pitchFamily="34" charset="0"/>
              </a:rPr>
              <a:t>:</a:t>
            </a:r>
          </a:p>
          <a:p>
            <a:pPr marL="717115" lvl="1" indent="-285750"/>
            <a:r>
              <a:rPr lang="en-US" b="1" dirty="0">
                <a:latin typeface="Calibri" panose="020F0502020204030204" pitchFamily="34" charset="0"/>
                <a:ea typeface="Verdana"/>
                <a:cs typeface="Calibri" panose="020F0502020204030204" pitchFamily="34" charset="0"/>
              </a:rPr>
              <a:t>Supervised Learning - Regression</a:t>
            </a:r>
            <a:r>
              <a:rPr lang="en-US" dirty="0">
                <a:latin typeface="Calibri" panose="020F0502020204030204" pitchFamily="34" charset="0"/>
                <a:ea typeface="Verdana"/>
                <a:cs typeface="Calibri" panose="020F0502020204030204" pitchFamily="34" charset="0"/>
              </a:rPr>
              <a:t>:</a:t>
            </a:r>
          </a:p>
          <a:p>
            <a:pPr marL="431800" lvl="1" indent="0">
              <a:buNone/>
            </a:pPr>
            <a:r>
              <a:rPr lang="en-US" dirty="0">
                <a:latin typeface="Calibri" panose="020F0502020204030204" pitchFamily="34" charset="0"/>
                <a:ea typeface="Verdana"/>
                <a:cs typeface="Calibri" panose="020F0502020204030204" pitchFamily="34" charset="0"/>
              </a:rPr>
              <a:t>Linear regression / Ridge regression / Random Forest / Neural networks (Deep Learning)</a:t>
            </a:r>
          </a:p>
        </p:txBody>
      </p:sp>
      <p:sp>
        <p:nvSpPr>
          <p:cNvPr id="5" name="Slide Number Placeholder 4">
            <a:extLst>
              <a:ext uri="{FF2B5EF4-FFF2-40B4-BE49-F238E27FC236}">
                <a16:creationId xmlns:a16="http://schemas.microsoft.com/office/drawing/2014/main" id="{151708D6-C10B-27BD-9E5E-E2850EF40BCF}"/>
              </a:ext>
            </a:extLst>
          </p:cNvPr>
          <p:cNvSpPr>
            <a:spLocks noGrp="1"/>
          </p:cNvSpPr>
          <p:nvPr>
            <p:ph type="sldNum" sz="quarter" idx="12"/>
          </p:nvPr>
        </p:nvSpPr>
        <p:spPr/>
        <p:txBody>
          <a:bodyPr/>
          <a:lstStyle/>
          <a:p>
            <a:fld id="{5D1E5300-FC0F-4317-A193-EF6CE9E6F7B5}" type="slidenum">
              <a:rPr lang="en-GB" smtClean="0"/>
              <a:pPr/>
              <a:t>2</a:t>
            </a:fld>
            <a:r>
              <a:rPr lang="en-GB"/>
              <a:t>  |  </a:t>
            </a:r>
            <a:endParaRPr lang="en-GB" noProof="0"/>
          </a:p>
        </p:txBody>
      </p:sp>
    </p:spTree>
    <p:extLst>
      <p:ext uri="{BB962C8B-B14F-4D97-AF65-F5344CB8AC3E}">
        <p14:creationId xmlns:p14="http://schemas.microsoft.com/office/powerpoint/2010/main" val="1307121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241FE-B008-77A0-DBE9-C02BBBD6C61C}"/>
              </a:ext>
            </a:extLst>
          </p:cNvPr>
          <p:cNvSpPr>
            <a:spLocks noGrp="1"/>
          </p:cNvSpPr>
          <p:nvPr>
            <p:ph type="title"/>
          </p:nvPr>
        </p:nvSpPr>
        <p:spPr/>
        <p:txBody>
          <a:bodyPr/>
          <a:lstStyle/>
          <a:p>
            <a:r>
              <a:rPr lang="en-US" dirty="0"/>
              <a:t>Proposed</a:t>
            </a:r>
            <a:r>
              <a:rPr lang="nb-NO" dirty="0"/>
              <a:t> </a:t>
            </a:r>
            <a:r>
              <a:rPr lang="en-US" dirty="0"/>
              <a:t>Workflow</a:t>
            </a:r>
          </a:p>
        </p:txBody>
      </p:sp>
      <p:sp>
        <p:nvSpPr>
          <p:cNvPr id="3" name="Content Placeholder 2">
            <a:extLst>
              <a:ext uri="{FF2B5EF4-FFF2-40B4-BE49-F238E27FC236}">
                <a16:creationId xmlns:a16="http://schemas.microsoft.com/office/drawing/2014/main" id="{56AE67A1-7802-1297-BAA0-3F7579BA43D5}"/>
              </a:ext>
            </a:extLst>
          </p:cNvPr>
          <p:cNvSpPr>
            <a:spLocks noGrp="1"/>
          </p:cNvSpPr>
          <p:nvPr>
            <p:ph sz="half" idx="1"/>
          </p:nvPr>
        </p:nvSpPr>
        <p:spPr/>
        <p:txBody>
          <a:bodyPr/>
          <a:lstStyle/>
          <a:p>
            <a:r>
              <a:rPr lang="nb-NO" dirty="0" err="1"/>
              <a:t>Get</a:t>
            </a:r>
            <a:r>
              <a:rPr lang="nb-NO" dirty="0"/>
              <a:t> </a:t>
            </a:r>
            <a:r>
              <a:rPr lang="nb-NO" dirty="0" err="1"/>
              <a:t>the</a:t>
            </a:r>
            <a:r>
              <a:rPr lang="nb-NO" dirty="0"/>
              <a:t> data. </a:t>
            </a:r>
          </a:p>
          <a:p>
            <a:r>
              <a:rPr lang="nb-NO" dirty="0" err="1">
                <a:sym typeface="Wingdings" panose="05000000000000000000" pitchFamily="2" charset="2"/>
              </a:rPr>
              <a:t>Explore</a:t>
            </a:r>
            <a:r>
              <a:rPr lang="nb-NO" dirty="0">
                <a:sym typeface="Wingdings" panose="05000000000000000000" pitchFamily="2" charset="2"/>
              </a:rPr>
              <a:t> </a:t>
            </a:r>
            <a:r>
              <a:rPr lang="nb-NO" dirty="0" err="1">
                <a:sym typeface="Wingdings" panose="05000000000000000000" pitchFamily="2" charset="2"/>
              </a:rPr>
              <a:t>the</a:t>
            </a:r>
            <a:r>
              <a:rPr lang="nb-NO" dirty="0">
                <a:sym typeface="Wingdings" panose="05000000000000000000" pitchFamily="2" charset="2"/>
              </a:rPr>
              <a:t> data </a:t>
            </a:r>
          </a:p>
          <a:p>
            <a:pPr lvl="1"/>
            <a:r>
              <a:rPr lang="nb-NO" dirty="0" err="1">
                <a:sym typeface="Wingdings" panose="05000000000000000000" pitchFamily="2" charset="2"/>
              </a:rPr>
              <a:t>What</a:t>
            </a:r>
            <a:r>
              <a:rPr lang="nb-NO" dirty="0">
                <a:sym typeface="Wingdings" panose="05000000000000000000" pitchFamily="2" charset="2"/>
              </a:rPr>
              <a:t> is </a:t>
            </a:r>
            <a:r>
              <a:rPr lang="nb-NO" dirty="0" err="1">
                <a:sym typeface="Wingdings" panose="05000000000000000000" pitchFamily="2" charset="2"/>
              </a:rPr>
              <a:t>this</a:t>
            </a:r>
            <a:r>
              <a:rPr lang="nb-NO" dirty="0">
                <a:sym typeface="Wingdings" panose="05000000000000000000" pitchFamily="2" charset="2"/>
              </a:rPr>
              <a:t> data </a:t>
            </a:r>
            <a:r>
              <a:rPr lang="nb-NO" dirty="0" err="1">
                <a:sym typeface="Wingdings" panose="05000000000000000000" pitchFamily="2" charset="2"/>
              </a:rPr>
              <a:t>about</a:t>
            </a:r>
            <a:r>
              <a:rPr lang="nb-NO" dirty="0">
                <a:sym typeface="Wingdings" panose="05000000000000000000" pitchFamily="2" charset="2"/>
              </a:rPr>
              <a:t>?</a:t>
            </a:r>
          </a:p>
          <a:p>
            <a:pPr lvl="1"/>
            <a:r>
              <a:rPr lang="nb-NO" dirty="0" err="1">
                <a:sym typeface="Wingdings" panose="05000000000000000000" pitchFamily="2" charset="2"/>
              </a:rPr>
              <a:t>What</a:t>
            </a:r>
            <a:r>
              <a:rPr lang="nb-NO" dirty="0">
                <a:sym typeface="Wingdings" panose="05000000000000000000" pitchFamily="2" charset="2"/>
              </a:rPr>
              <a:t> </a:t>
            </a:r>
            <a:r>
              <a:rPr lang="nb-NO" dirty="0" err="1">
                <a:sym typeface="Wingdings" panose="05000000000000000000" pitchFamily="2" charset="2"/>
              </a:rPr>
              <a:t>are</a:t>
            </a:r>
            <a:r>
              <a:rPr lang="nb-NO" dirty="0">
                <a:sym typeface="Wingdings" panose="05000000000000000000" pitchFamily="2" charset="2"/>
              </a:rPr>
              <a:t> </a:t>
            </a:r>
            <a:r>
              <a:rPr lang="nb-NO" dirty="0" err="1">
                <a:sym typeface="Wingdings" panose="05000000000000000000" pitchFamily="2" charset="2"/>
              </a:rPr>
              <a:t>the</a:t>
            </a:r>
            <a:r>
              <a:rPr lang="nb-NO" dirty="0">
                <a:sym typeface="Wingdings" panose="05000000000000000000" pitchFamily="2" charset="2"/>
              </a:rPr>
              <a:t> </a:t>
            </a:r>
            <a:r>
              <a:rPr lang="nb-NO" dirty="0" err="1">
                <a:sym typeface="Wingdings" panose="05000000000000000000" pitchFamily="2" charset="2"/>
              </a:rPr>
              <a:t>distributions</a:t>
            </a:r>
            <a:r>
              <a:rPr lang="nb-NO" dirty="0">
                <a:sym typeface="Wingdings" panose="05000000000000000000" pitchFamily="2" charset="2"/>
              </a:rPr>
              <a:t> like?</a:t>
            </a:r>
          </a:p>
          <a:p>
            <a:pPr lvl="1"/>
            <a:r>
              <a:rPr lang="nb-NO" dirty="0">
                <a:sym typeface="Wingdings" panose="05000000000000000000" pitchFamily="2" charset="2"/>
              </a:rPr>
              <a:t>Are </a:t>
            </a:r>
            <a:r>
              <a:rPr lang="nb-NO" dirty="0" err="1">
                <a:sym typeface="Wingdings" panose="05000000000000000000" pitchFamily="2" charset="2"/>
              </a:rPr>
              <a:t>there</a:t>
            </a:r>
            <a:r>
              <a:rPr lang="nb-NO" dirty="0">
                <a:sym typeface="Wingdings" panose="05000000000000000000" pitchFamily="2" charset="2"/>
              </a:rPr>
              <a:t> </a:t>
            </a:r>
            <a:r>
              <a:rPr lang="nb-NO" dirty="0" err="1">
                <a:sym typeface="Wingdings" panose="05000000000000000000" pitchFamily="2" charset="2"/>
              </a:rPr>
              <a:t>any</a:t>
            </a:r>
            <a:r>
              <a:rPr lang="nb-NO" dirty="0">
                <a:sym typeface="Wingdings" panose="05000000000000000000" pitchFamily="2" charset="2"/>
              </a:rPr>
              <a:t> </a:t>
            </a:r>
            <a:r>
              <a:rPr lang="nb-NO" dirty="0" err="1">
                <a:sym typeface="Wingdings" panose="05000000000000000000" pitchFamily="2" charset="2"/>
              </a:rPr>
              <a:t>outliers</a:t>
            </a:r>
            <a:r>
              <a:rPr lang="nb-NO" dirty="0">
                <a:sym typeface="Wingdings" panose="05000000000000000000" pitchFamily="2" charset="2"/>
              </a:rPr>
              <a:t>? </a:t>
            </a:r>
            <a:r>
              <a:rPr lang="en-US" dirty="0">
                <a:sym typeface="Wingdings" panose="05000000000000000000" pitchFamily="2" charset="2"/>
              </a:rPr>
              <a:t>Missing</a:t>
            </a:r>
            <a:r>
              <a:rPr lang="nb-NO" dirty="0">
                <a:sym typeface="Wingdings" panose="05000000000000000000" pitchFamily="2" charset="2"/>
              </a:rPr>
              <a:t> </a:t>
            </a:r>
            <a:r>
              <a:rPr lang="nb-NO" dirty="0" err="1">
                <a:sym typeface="Wingdings" panose="05000000000000000000" pitchFamily="2" charset="2"/>
              </a:rPr>
              <a:t>values</a:t>
            </a:r>
            <a:r>
              <a:rPr lang="nb-NO" dirty="0">
                <a:sym typeface="Wingdings" panose="05000000000000000000" pitchFamily="2" charset="2"/>
              </a:rPr>
              <a:t>?</a:t>
            </a:r>
          </a:p>
          <a:p>
            <a:pPr lvl="1"/>
            <a:r>
              <a:rPr lang="nb-NO" dirty="0">
                <a:sym typeface="Wingdings" panose="05000000000000000000" pitchFamily="2" charset="2"/>
              </a:rPr>
              <a:t>Are </a:t>
            </a:r>
            <a:r>
              <a:rPr lang="nb-NO" dirty="0" err="1">
                <a:sym typeface="Wingdings" panose="05000000000000000000" pitchFamily="2" charset="2"/>
              </a:rPr>
              <a:t>the</a:t>
            </a:r>
            <a:r>
              <a:rPr lang="nb-NO" dirty="0">
                <a:sym typeface="Wingdings" panose="05000000000000000000" pitchFamily="2" charset="2"/>
              </a:rPr>
              <a:t> </a:t>
            </a:r>
            <a:r>
              <a:rPr lang="nb-NO" dirty="0" err="1">
                <a:sym typeface="Wingdings" panose="05000000000000000000" pitchFamily="2" charset="2"/>
              </a:rPr>
              <a:t>features</a:t>
            </a:r>
            <a:r>
              <a:rPr lang="nb-NO" dirty="0">
                <a:sym typeface="Wingdings" panose="05000000000000000000" pitchFamily="2" charset="2"/>
              </a:rPr>
              <a:t> </a:t>
            </a:r>
            <a:r>
              <a:rPr lang="nb-NO" dirty="0" err="1">
                <a:sym typeface="Wingdings" panose="05000000000000000000" pitchFamily="2" charset="2"/>
              </a:rPr>
              <a:t>correlated</a:t>
            </a:r>
            <a:r>
              <a:rPr lang="nb-NO" dirty="0">
                <a:sym typeface="Wingdings" panose="05000000000000000000" pitchFamily="2" charset="2"/>
              </a:rPr>
              <a:t>? </a:t>
            </a:r>
          </a:p>
          <a:p>
            <a:pPr lvl="1"/>
            <a:r>
              <a:rPr lang="nb-NO" dirty="0">
                <a:sym typeface="Wingdings" panose="05000000000000000000" pitchFamily="2" charset="2"/>
              </a:rPr>
              <a:t>…</a:t>
            </a:r>
          </a:p>
          <a:p>
            <a:r>
              <a:rPr lang="nb-NO" dirty="0" err="1">
                <a:sym typeface="Wingdings" panose="05000000000000000000" pitchFamily="2" charset="2"/>
              </a:rPr>
              <a:t>Prepare</a:t>
            </a:r>
            <a:r>
              <a:rPr lang="nb-NO" dirty="0">
                <a:sym typeface="Wingdings" panose="05000000000000000000" pitchFamily="2" charset="2"/>
              </a:rPr>
              <a:t> </a:t>
            </a:r>
            <a:r>
              <a:rPr lang="nb-NO" dirty="0" err="1">
                <a:sym typeface="Wingdings" panose="05000000000000000000" pitchFamily="2" charset="2"/>
              </a:rPr>
              <a:t>the</a:t>
            </a:r>
            <a:r>
              <a:rPr lang="nb-NO" dirty="0">
                <a:sym typeface="Wingdings" panose="05000000000000000000" pitchFamily="2" charset="2"/>
              </a:rPr>
              <a:t> data</a:t>
            </a:r>
          </a:p>
          <a:p>
            <a:pPr lvl="1"/>
            <a:r>
              <a:rPr lang="nb-NO" dirty="0" err="1">
                <a:sym typeface="Wingdings" panose="05000000000000000000" pitchFamily="2" charset="2"/>
              </a:rPr>
              <a:t>What</a:t>
            </a:r>
            <a:r>
              <a:rPr lang="nb-NO" dirty="0">
                <a:sym typeface="Wingdings" panose="05000000000000000000" pitchFamily="2" charset="2"/>
              </a:rPr>
              <a:t> </a:t>
            </a:r>
            <a:r>
              <a:rPr lang="nb-NO" dirty="0" err="1">
                <a:sym typeface="Wingdings" panose="05000000000000000000" pitchFamily="2" charset="2"/>
              </a:rPr>
              <a:t>transformations</a:t>
            </a:r>
            <a:r>
              <a:rPr lang="nb-NO" dirty="0">
                <a:sym typeface="Wingdings" panose="05000000000000000000" pitchFamily="2" charset="2"/>
              </a:rPr>
              <a:t> </a:t>
            </a:r>
            <a:r>
              <a:rPr lang="nb-NO" dirty="0" err="1">
                <a:sym typeface="Wingdings" panose="05000000000000000000" pitchFamily="2" charset="2"/>
              </a:rPr>
              <a:t>are</a:t>
            </a:r>
            <a:r>
              <a:rPr lang="nb-NO" dirty="0">
                <a:sym typeface="Wingdings" panose="05000000000000000000" pitchFamily="2" charset="2"/>
              </a:rPr>
              <a:t> </a:t>
            </a:r>
            <a:r>
              <a:rPr lang="nb-NO" dirty="0" err="1">
                <a:sym typeface="Wingdings" panose="05000000000000000000" pitchFamily="2" charset="2"/>
              </a:rPr>
              <a:t>necessary</a:t>
            </a:r>
            <a:r>
              <a:rPr lang="nb-NO" dirty="0">
                <a:sym typeface="Wingdings" panose="05000000000000000000" pitchFamily="2" charset="2"/>
              </a:rPr>
              <a:t>? </a:t>
            </a:r>
            <a:r>
              <a:rPr lang="en-GB" dirty="0">
                <a:sym typeface="Wingdings" panose="05000000000000000000" pitchFamily="2" charset="2"/>
              </a:rPr>
              <a:t>Standardize vs Normalize?</a:t>
            </a:r>
          </a:p>
          <a:p>
            <a:pPr lvl="1"/>
            <a:r>
              <a:rPr lang="en-GB" dirty="0">
                <a:sym typeface="Wingdings" panose="05000000000000000000" pitchFamily="2" charset="2"/>
              </a:rPr>
              <a:t>What to do with the missing values? </a:t>
            </a:r>
            <a:r>
              <a:rPr lang="nb-NO" dirty="0" err="1">
                <a:sym typeface="Wingdings" panose="05000000000000000000" pitchFamily="2" charset="2"/>
              </a:rPr>
              <a:t>Impute</a:t>
            </a:r>
            <a:r>
              <a:rPr lang="nb-NO" dirty="0">
                <a:sym typeface="Wingdings" panose="05000000000000000000" pitchFamily="2" charset="2"/>
              </a:rPr>
              <a:t>? </a:t>
            </a:r>
            <a:r>
              <a:rPr lang="nb-NO" dirty="0" err="1">
                <a:sym typeface="Wingdings" panose="05000000000000000000" pitchFamily="2" charset="2"/>
              </a:rPr>
              <a:t>Delete</a:t>
            </a:r>
            <a:r>
              <a:rPr lang="nb-NO" dirty="0">
                <a:sym typeface="Wingdings" panose="05000000000000000000" pitchFamily="2" charset="2"/>
              </a:rPr>
              <a:t>? </a:t>
            </a:r>
          </a:p>
          <a:p>
            <a:pPr lvl="1"/>
            <a:r>
              <a:rPr lang="nb-NO" dirty="0">
                <a:sym typeface="Wingdings" panose="05000000000000000000" pitchFamily="2" charset="2"/>
              </a:rPr>
              <a:t>Are all </a:t>
            </a:r>
            <a:r>
              <a:rPr lang="nb-NO" dirty="0" err="1">
                <a:sym typeface="Wingdings" panose="05000000000000000000" pitchFamily="2" charset="2"/>
              </a:rPr>
              <a:t>the</a:t>
            </a:r>
            <a:r>
              <a:rPr lang="nb-NO" dirty="0">
                <a:sym typeface="Wingdings" panose="05000000000000000000" pitchFamily="2" charset="2"/>
              </a:rPr>
              <a:t> </a:t>
            </a:r>
            <a:r>
              <a:rPr lang="nb-NO" dirty="0" err="1">
                <a:sym typeface="Wingdings" panose="05000000000000000000" pitchFamily="2" charset="2"/>
              </a:rPr>
              <a:t>features</a:t>
            </a:r>
            <a:r>
              <a:rPr lang="nb-NO" dirty="0">
                <a:sym typeface="Wingdings" panose="05000000000000000000" pitchFamily="2" charset="2"/>
              </a:rPr>
              <a:t> </a:t>
            </a:r>
            <a:r>
              <a:rPr lang="nb-NO" dirty="0" err="1">
                <a:sym typeface="Wingdings" panose="05000000000000000000" pitchFamily="2" charset="2"/>
              </a:rPr>
              <a:t>useful</a:t>
            </a:r>
            <a:r>
              <a:rPr lang="nb-NO" dirty="0">
                <a:sym typeface="Wingdings" panose="05000000000000000000" pitchFamily="2" charset="2"/>
              </a:rPr>
              <a:t>? </a:t>
            </a:r>
          </a:p>
          <a:p>
            <a:pPr lvl="1"/>
            <a:r>
              <a:rPr lang="nb-NO" dirty="0">
                <a:sym typeface="Wingdings" panose="05000000000000000000" pitchFamily="2" charset="2"/>
              </a:rPr>
              <a:t>…</a:t>
            </a:r>
            <a:endParaRPr lang="en-GB" dirty="0">
              <a:sym typeface="Wingdings" panose="05000000000000000000" pitchFamily="2" charset="2"/>
            </a:endParaRPr>
          </a:p>
        </p:txBody>
      </p:sp>
      <p:sp>
        <p:nvSpPr>
          <p:cNvPr id="4" name="Content Placeholder 3">
            <a:extLst>
              <a:ext uri="{FF2B5EF4-FFF2-40B4-BE49-F238E27FC236}">
                <a16:creationId xmlns:a16="http://schemas.microsoft.com/office/drawing/2014/main" id="{A86E6CEF-8D1C-77BE-0A5F-81D8CE872076}"/>
              </a:ext>
            </a:extLst>
          </p:cNvPr>
          <p:cNvSpPr>
            <a:spLocks noGrp="1"/>
          </p:cNvSpPr>
          <p:nvPr>
            <p:ph sz="half" idx="2"/>
          </p:nvPr>
        </p:nvSpPr>
        <p:spPr/>
        <p:txBody>
          <a:bodyPr/>
          <a:lstStyle/>
          <a:p>
            <a:r>
              <a:rPr lang="nb-NO" dirty="0" err="1"/>
              <a:t>What</a:t>
            </a:r>
            <a:r>
              <a:rPr lang="nb-NO" dirty="0"/>
              <a:t> </a:t>
            </a:r>
            <a:r>
              <a:rPr lang="nb-NO" dirty="0" err="1"/>
              <a:t>models</a:t>
            </a:r>
            <a:r>
              <a:rPr lang="nb-NO" dirty="0"/>
              <a:t> </a:t>
            </a:r>
            <a:r>
              <a:rPr lang="nb-NO" dirty="0" err="1"/>
              <a:t>could</a:t>
            </a:r>
            <a:r>
              <a:rPr lang="nb-NO" dirty="0"/>
              <a:t> </a:t>
            </a:r>
            <a:r>
              <a:rPr lang="nb-NO" dirty="0" err="1"/>
              <a:t>tackle</a:t>
            </a:r>
            <a:r>
              <a:rPr lang="nb-NO" dirty="0"/>
              <a:t> </a:t>
            </a:r>
            <a:r>
              <a:rPr lang="nb-NO" dirty="0" err="1"/>
              <a:t>this</a:t>
            </a:r>
            <a:r>
              <a:rPr lang="nb-NO" dirty="0"/>
              <a:t> </a:t>
            </a:r>
            <a:r>
              <a:rPr lang="nb-NO" dirty="0" err="1"/>
              <a:t>project</a:t>
            </a:r>
            <a:r>
              <a:rPr lang="nb-NO" dirty="0"/>
              <a:t>? </a:t>
            </a:r>
          </a:p>
          <a:p>
            <a:pPr lvl="1"/>
            <a:r>
              <a:rPr lang="nb-NO" dirty="0"/>
              <a:t>Initial screening </a:t>
            </a:r>
            <a:r>
              <a:rPr lang="nb-NO" dirty="0" err="1"/>
              <a:t>of</a:t>
            </a:r>
            <a:r>
              <a:rPr lang="nb-NO" dirty="0"/>
              <a:t> </a:t>
            </a:r>
            <a:r>
              <a:rPr lang="nb-NO" dirty="0" err="1"/>
              <a:t>performance</a:t>
            </a:r>
            <a:r>
              <a:rPr lang="nb-NO" dirty="0"/>
              <a:t>.</a:t>
            </a:r>
          </a:p>
          <a:p>
            <a:pPr lvl="1"/>
            <a:r>
              <a:rPr lang="nb-NO" dirty="0"/>
              <a:t>Be </a:t>
            </a:r>
            <a:r>
              <a:rPr lang="nb-NO" dirty="0" err="1"/>
              <a:t>mindful</a:t>
            </a:r>
            <a:r>
              <a:rPr lang="nb-NO" dirty="0"/>
              <a:t> </a:t>
            </a:r>
            <a:r>
              <a:rPr lang="nb-NO" dirty="0" err="1"/>
              <a:t>of</a:t>
            </a:r>
            <a:r>
              <a:rPr lang="nb-NO" dirty="0"/>
              <a:t> </a:t>
            </a:r>
            <a:r>
              <a:rPr lang="nb-NO" dirty="0" err="1"/>
              <a:t>the</a:t>
            </a:r>
            <a:r>
              <a:rPr lang="nb-NO" dirty="0"/>
              <a:t> input </a:t>
            </a:r>
            <a:r>
              <a:rPr lang="nb-NO" dirty="0" err="1"/>
              <a:t>that</a:t>
            </a:r>
            <a:r>
              <a:rPr lang="nb-NO" dirty="0"/>
              <a:t> </a:t>
            </a:r>
            <a:r>
              <a:rPr lang="nb-NO" dirty="0" err="1"/>
              <a:t>each</a:t>
            </a:r>
            <a:r>
              <a:rPr lang="nb-NO" dirty="0"/>
              <a:t> </a:t>
            </a:r>
            <a:r>
              <a:rPr lang="nb-NO" dirty="0" err="1"/>
              <a:t>model</a:t>
            </a:r>
            <a:r>
              <a:rPr lang="nb-NO" dirty="0"/>
              <a:t> </a:t>
            </a:r>
            <a:r>
              <a:rPr lang="nb-NO" dirty="0" err="1"/>
              <a:t>needs</a:t>
            </a:r>
            <a:r>
              <a:rPr lang="nb-NO" dirty="0"/>
              <a:t>. </a:t>
            </a:r>
            <a:r>
              <a:rPr lang="nb-NO" dirty="0" err="1"/>
              <a:t>Standardization</a:t>
            </a:r>
            <a:r>
              <a:rPr lang="nb-NO" dirty="0"/>
              <a:t>/ </a:t>
            </a:r>
            <a:r>
              <a:rPr lang="nb-NO" dirty="0" err="1"/>
              <a:t>Normalization</a:t>
            </a:r>
            <a:r>
              <a:rPr lang="nb-NO" dirty="0"/>
              <a:t> </a:t>
            </a:r>
            <a:r>
              <a:rPr lang="nb-NO" dirty="0" err="1"/>
              <a:t>might</a:t>
            </a:r>
            <a:r>
              <a:rPr lang="nb-NO" dirty="0"/>
              <a:t> be </a:t>
            </a:r>
            <a:r>
              <a:rPr lang="nb-NO" dirty="0" err="1"/>
              <a:t>detrimental</a:t>
            </a:r>
            <a:r>
              <a:rPr lang="nb-NO" dirty="0"/>
              <a:t> in </a:t>
            </a:r>
            <a:r>
              <a:rPr lang="nb-NO" dirty="0" err="1"/>
              <a:t>some</a:t>
            </a:r>
            <a:r>
              <a:rPr lang="nb-NO" dirty="0"/>
              <a:t> cases (e.g. </a:t>
            </a:r>
            <a:r>
              <a:rPr lang="nb-NO" dirty="0" err="1"/>
              <a:t>Decision</a:t>
            </a:r>
            <a:r>
              <a:rPr lang="nb-NO" dirty="0"/>
              <a:t> </a:t>
            </a:r>
            <a:r>
              <a:rPr lang="nb-NO" dirty="0" err="1"/>
              <a:t>Trees</a:t>
            </a:r>
            <a:r>
              <a:rPr lang="nb-NO" dirty="0"/>
              <a:t>) and </a:t>
            </a:r>
            <a:r>
              <a:rPr lang="nb-NO" dirty="0" err="1"/>
              <a:t>necessary</a:t>
            </a:r>
            <a:r>
              <a:rPr lang="nb-NO" dirty="0"/>
              <a:t> in </a:t>
            </a:r>
            <a:r>
              <a:rPr lang="nb-NO" dirty="0" err="1"/>
              <a:t>others</a:t>
            </a:r>
            <a:r>
              <a:rPr lang="nb-NO" dirty="0"/>
              <a:t>. </a:t>
            </a:r>
          </a:p>
          <a:p>
            <a:pPr lvl="1"/>
            <a:endParaRPr lang="nb-NO" dirty="0"/>
          </a:p>
          <a:p>
            <a:r>
              <a:rPr lang="nb-NO" dirty="0"/>
              <a:t>Tuning.</a:t>
            </a:r>
          </a:p>
          <a:p>
            <a:pPr lvl="1"/>
            <a:r>
              <a:rPr lang="nb-NO" dirty="0"/>
              <a:t>At </a:t>
            </a:r>
            <a:r>
              <a:rPr lang="nb-NO" dirty="0" err="1"/>
              <a:t>this</a:t>
            </a:r>
            <a:r>
              <a:rPr lang="nb-NO" dirty="0"/>
              <a:t> time, </a:t>
            </a:r>
            <a:r>
              <a:rPr lang="nb-NO" dirty="0" err="1"/>
              <a:t>you</a:t>
            </a:r>
            <a:r>
              <a:rPr lang="nb-NO" dirty="0"/>
              <a:t> </a:t>
            </a:r>
            <a:r>
              <a:rPr lang="nb-NO" dirty="0" err="1"/>
              <a:t>might</a:t>
            </a:r>
            <a:r>
              <a:rPr lang="nb-NO" dirty="0"/>
              <a:t> have </a:t>
            </a:r>
            <a:r>
              <a:rPr lang="nb-NO" dirty="0" err="1"/>
              <a:t>already</a:t>
            </a:r>
            <a:r>
              <a:rPr lang="nb-NO" dirty="0"/>
              <a:t> </a:t>
            </a:r>
            <a:r>
              <a:rPr lang="nb-NO" dirty="0" err="1"/>
              <a:t>shortlisted</a:t>
            </a:r>
            <a:r>
              <a:rPr lang="nb-NO" dirty="0"/>
              <a:t> </a:t>
            </a:r>
            <a:r>
              <a:rPr lang="nb-NO" dirty="0" err="1"/>
              <a:t>the</a:t>
            </a:r>
            <a:r>
              <a:rPr lang="nb-NO" dirty="0"/>
              <a:t> </a:t>
            </a:r>
            <a:r>
              <a:rPr lang="nb-NO" dirty="0" err="1"/>
              <a:t>models</a:t>
            </a:r>
            <a:r>
              <a:rPr lang="nb-NO" dirty="0"/>
              <a:t> </a:t>
            </a:r>
            <a:r>
              <a:rPr lang="nb-NO" dirty="0" err="1"/>
              <a:t>you</a:t>
            </a:r>
            <a:r>
              <a:rPr lang="nb-NO" dirty="0"/>
              <a:t> </a:t>
            </a:r>
            <a:r>
              <a:rPr lang="nb-NO" dirty="0" err="1"/>
              <a:t>want</a:t>
            </a:r>
            <a:r>
              <a:rPr lang="nb-NO" dirty="0"/>
              <a:t> to </a:t>
            </a:r>
            <a:r>
              <a:rPr lang="nb-NO" dirty="0" err="1"/>
              <a:t>develop</a:t>
            </a:r>
            <a:r>
              <a:rPr lang="nb-NO" dirty="0"/>
              <a:t>. </a:t>
            </a:r>
            <a:r>
              <a:rPr lang="nb-NO" dirty="0" err="1"/>
              <a:t>Which</a:t>
            </a:r>
            <a:r>
              <a:rPr lang="nb-NO" dirty="0"/>
              <a:t> hyperparameters </a:t>
            </a:r>
            <a:r>
              <a:rPr lang="nb-NO" dirty="0" err="1"/>
              <a:t>are</a:t>
            </a:r>
            <a:r>
              <a:rPr lang="nb-NO" dirty="0"/>
              <a:t> best? </a:t>
            </a:r>
          </a:p>
          <a:p>
            <a:pPr lvl="1"/>
            <a:endParaRPr lang="nb-NO" dirty="0"/>
          </a:p>
          <a:p>
            <a:r>
              <a:rPr lang="nb-NO" dirty="0"/>
              <a:t>Present </a:t>
            </a:r>
            <a:r>
              <a:rPr lang="nb-NO" dirty="0" err="1"/>
              <a:t>your</a:t>
            </a:r>
            <a:r>
              <a:rPr lang="nb-NO" dirty="0"/>
              <a:t> </a:t>
            </a:r>
            <a:r>
              <a:rPr lang="nb-NO" dirty="0" err="1"/>
              <a:t>results</a:t>
            </a:r>
            <a:r>
              <a:rPr lang="nb-NO" dirty="0"/>
              <a:t>.</a:t>
            </a:r>
          </a:p>
          <a:p>
            <a:pPr lvl="1"/>
            <a:r>
              <a:rPr lang="nb-NO" dirty="0" err="1"/>
              <a:t>Use</a:t>
            </a:r>
            <a:r>
              <a:rPr lang="nb-NO" dirty="0"/>
              <a:t> </a:t>
            </a:r>
            <a:r>
              <a:rPr lang="nb-NO" dirty="0" err="1"/>
              <a:t>visualizations</a:t>
            </a:r>
            <a:r>
              <a:rPr lang="nb-NO" dirty="0"/>
              <a:t> to </a:t>
            </a:r>
            <a:r>
              <a:rPr lang="nb-NO" dirty="0" err="1"/>
              <a:t>convey</a:t>
            </a:r>
            <a:r>
              <a:rPr lang="nb-NO" dirty="0"/>
              <a:t> </a:t>
            </a:r>
            <a:r>
              <a:rPr lang="nb-NO" dirty="0" err="1"/>
              <a:t>the</a:t>
            </a:r>
            <a:r>
              <a:rPr lang="nb-NO" dirty="0"/>
              <a:t> most </a:t>
            </a:r>
            <a:r>
              <a:rPr lang="nb-NO" dirty="0" err="1"/>
              <a:t>important</a:t>
            </a:r>
            <a:r>
              <a:rPr lang="nb-NO" dirty="0"/>
              <a:t> parts </a:t>
            </a:r>
            <a:r>
              <a:rPr lang="nb-NO" dirty="0" err="1"/>
              <a:t>of</a:t>
            </a:r>
            <a:r>
              <a:rPr lang="nb-NO" dirty="0"/>
              <a:t> </a:t>
            </a:r>
            <a:r>
              <a:rPr lang="nb-NO" dirty="0" err="1"/>
              <a:t>the</a:t>
            </a:r>
            <a:r>
              <a:rPr lang="nb-NO" dirty="0"/>
              <a:t> </a:t>
            </a:r>
            <a:r>
              <a:rPr lang="nb-NO" dirty="0" err="1"/>
              <a:t>project</a:t>
            </a:r>
            <a:r>
              <a:rPr lang="nb-NO" dirty="0"/>
              <a:t> in a </a:t>
            </a:r>
            <a:r>
              <a:rPr lang="nb-NO" dirty="0" err="1"/>
              <a:t>clear</a:t>
            </a:r>
            <a:r>
              <a:rPr lang="nb-NO" dirty="0"/>
              <a:t> </a:t>
            </a:r>
            <a:r>
              <a:rPr lang="nb-NO" dirty="0" err="1"/>
              <a:t>way</a:t>
            </a:r>
            <a:r>
              <a:rPr lang="nb-NO" dirty="0"/>
              <a:t>. </a:t>
            </a:r>
            <a:endParaRPr lang="en-GB" dirty="0"/>
          </a:p>
        </p:txBody>
      </p:sp>
      <p:sp>
        <p:nvSpPr>
          <p:cNvPr id="5" name="Slide Number Placeholder 4">
            <a:extLst>
              <a:ext uri="{FF2B5EF4-FFF2-40B4-BE49-F238E27FC236}">
                <a16:creationId xmlns:a16="http://schemas.microsoft.com/office/drawing/2014/main" id="{FFF0225E-3925-3A67-B390-263ED26ACBC5}"/>
              </a:ext>
            </a:extLst>
          </p:cNvPr>
          <p:cNvSpPr>
            <a:spLocks noGrp="1"/>
          </p:cNvSpPr>
          <p:nvPr>
            <p:ph type="sldNum" sz="quarter" idx="12"/>
          </p:nvPr>
        </p:nvSpPr>
        <p:spPr/>
        <p:txBody>
          <a:bodyPr/>
          <a:lstStyle/>
          <a:p>
            <a:fld id="{5D1E5300-FC0F-4317-A193-EF6CE9E6F7B5}" type="slidenum">
              <a:rPr lang="en-GB" smtClean="0"/>
              <a:pPr/>
              <a:t>3</a:t>
            </a:fld>
            <a:r>
              <a:rPr lang="en-GB"/>
              <a:t>  |  </a:t>
            </a:r>
            <a:endParaRPr lang="en-GB" noProof="0"/>
          </a:p>
        </p:txBody>
      </p:sp>
      <p:sp>
        <p:nvSpPr>
          <p:cNvPr id="6" name="TextBox 5">
            <a:extLst>
              <a:ext uri="{FF2B5EF4-FFF2-40B4-BE49-F238E27FC236}">
                <a16:creationId xmlns:a16="http://schemas.microsoft.com/office/drawing/2014/main" id="{0DCE1371-0545-7D8C-B438-4D6633689F32}"/>
              </a:ext>
            </a:extLst>
          </p:cNvPr>
          <p:cNvSpPr txBox="1"/>
          <p:nvPr/>
        </p:nvSpPr>
        <p:spPr>
          <a:xfrm>
            <a:off x="9486898" y="4625787"/>
            <a:ext cx="2238936" cy="261610"/>
          </a:xfrm>
          <a:prstGeom prst="rect">
            <a:avLst/>
          </a:prstGeom>
          <a:noFill/>
        </p:spPr>
        <p:txBody>
          <a:bodyPr wrap="square" rtlCol="0">
            <a:spAutoFit/>
          </a:bodyPr>
          <a:lstStyle/>
          <a:p>
            <a:r>
              <a:rPr lang="en-US" sz="1050" b="1" dirty="0">
                <a:solidFill>
                  <a:schemeClr val="accent2"/>
                </a:solidFill>
              </a:rPr>
              <a:t>Hint</a:t>
            </a:r>
            <a:r>
              <a:rPr lang="en-US" sz="1050" dirty="0">
                <a:solidFill>
                  <a:schemeClr val="accent2"/>
                </a:solidFill>
              </a:rPr>
              <a:t>: explore scikit-learn pipelines!</a:t>
            </a:r>
          </a:p>
        </p:txBody>
      </p:sp>
    </p:spTree>
    <p:extLst>
      <p:ext uri="{BB962C8B-B14F-4D97-AF65-F5344CB8AC3E}">
        <p14:creationId xmlns:p14="http://schemas.microsoft.com/office/powerpoint/2010/main" val="1117788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1B1D4-F671-46E7-BB3C-7079309D62DE}"/>
              </a:ext>
            </a:extLst>
          </p:cNvPr>
          <p:cNvSpPr>
            <a:spLocks noGrp="1"/>
          </p:cNvSpPr>
          <p:nvPr>
            <p:ph type="title"/>
          </p:nvPr>
        </p:nvSpPr>
        <p:spPr/>
        <p:txBody>
          <a:bodyPr/>
          <a:lstStyle/>
          <a:p>
            <a:r>
              <a:rPr lang="en-GB" dirty="0"/>
              <a:t>Where to start?</a:t>
            </a:r>
          </a:p>
        </p:txBody>
      </p:sp>
      <p:sp>
        <p:nvSpPr>
          <p:cNvPr id="5" name="Slide Number Placeholder 4">
            <a:extLst>
              <a:ext uri="{FF2B5EF4-FFF2-40B4-BE49-F238E27FC236}">
                <a16:creationId xmlns:a16="http://schemas.microsoft.com/office/drawing/2014/main" id="{1C034952-2E6D-4DDE-BA67-D752CA7ED0B4}"/>
              </a:ext>
            </a:extLst>
          </p:cNvPr>
          <p:cNvSpPr>
            <a:spLocks noGrp="1"/>
          </p:cNvSpPr>
          <p:nvPr>
            <p:ph type="sldNum" sz="quarter" idx="12"/>
          </p:nvPr>
        </p:nvSpPr>
        <p:spPr/>
        <p:txBody>
          <a:bodyPr/>
          <a:lstStyle/>
          <a:p>
            <a:fld id="{5D1E5300-FC0F-4317-A193-EF6CE9E6F7B5}" type="slidenum">
              <a:rPr lang="en-GB" noProof="0" smtClean="0"/>
              <a:pPr/>
              <a:t>4</a:t>
            </a:fld>
            <a:r>
              <a:rPr lang="en-GB" noProof="0" dirty="0"/>
              <a:t>  |  </a:t>
            </a:r>
          </a:p>
        </p:txBody>
      </p:sp>
      <p:pic>
        <p:nvPicPr>
          <p:cNvPr id="6" name="Picture 5">
            <a:extLst>
              <a:ext uri="{FF2B5EF4-FFF2-40B4-BE49-F238E27FC236}">
                <a16:creationId xmlns:a16="http://schemas.microsoft.com/office/drawing/2014/main" id="{630A4820-E7A8-096C-74E9-9941B5EC3FB8}"/>
              </a:ext>
            </a:extLst>
          </p:cNvPr>
          <p:cNvPicPr>
            <a:picLocks noChangeAspect="1"/>
          </p:cNvPicPr>
          <p:nvPr/>
        </p:nvPicPr>
        <p:blipFill rotWithShape="1">
          <a:blip r:embed="rId2"/>
          <a:srcRect t="3322"/>
          <a:stretch/>
        </p:blipFill>
        <p:spPr>
          <a:xfrm>
            <a:off x="2288666" y="1613646"/>
            <a:ext cx="3446541" cy="3913093"/>
          </a:xfrm>
          <a:prstGeom prst="rect">
            <a:avLst/>
          </a:prstGeom>
        </p:spPr>
      </p:pic>
      <p:pic>
        <p:nvPicPr>
          <p:cNvPr id="8" name="Picture 7">
            <a:extLst>
              <a:ext uri="{FF2B5EF4-FFF2-40B4-BE49-F238E27FC236}">
                <a16:creationId xmlns:a16="http://schemas.microsoft.com/office/drawing/2014/main" id="{03270267-F2A2-2711-1C4D-D5A6CA94F86E}"/>
              </a:ext>
            </a:extLst>
          </p:cNvPr>
          <p:cNvPicPr>
            <a:picLocks noChangeAspect="1"/>
          </p:cNvPicPr>
          <p:nvPr/>
        </p:nvPicPr>
        <p:blipFill>
          <a:blip r:embed="rId3"/>
          <a:stretch>
            <a:fillRect/>
          </a:stretch>
        </p:blipFill>
        <p:spPr>
          <a:xfrm>
            <a:off x="5641077" y="3505513"/>
            <a:ext cx="4494643" cy="2899770"/>
          </a:xfrm>
          <a:prstGeom prst="rect">
            <a:avLst/>
          </a:prstGeom>
        </p:spPr>
      </p:pic>
      <p:cxnSp>
        <p:nvCxnSpPr>
          <p:cNvPr id="10" name="Straight Connector 9">
            <a:extLst>
              <a:ext uri="{FF2B5EF4-FFF2-40B4-BE49-F238E27FC236}">
                <a16:creationId xmlns:a16="http://schemas.microsoft.com/office/drawing/2014/main" id="{CEFF97C7-2C12-C322-DA89-26C812338E80}"/>
              </a:ext>
            </a:extLst>
          </p:cNvPr>
          <p:cNvCxnSpPr/>
          <p:nvPr/>
        </p:nvCxnSpPr>
        <p:spPr>
          <a:xfrm>
            <a:off x="5735207" y="2191871"/>
            <a:ext cx="11362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161EEB5-FD1F-C17E-3355-6EDBA22129BF}"/>
              </a:ext>
            </a:extLst>
          </p:cNvPr>
          <p:cNvCxnSpPr/>
          <p:nvPr/>
        </p:nvCxnSpPr>
        <p:spPr>
          <a:xfrm>
            <a:off x="6871447" y="2191871"/>
            <a:ext cx="0" cy="1237129"/>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547A474-066B-06BF-6C0A-243D7563A8C4}"/>
              </a:ext>
            </a:extLst>
          </p:cNvPr>
          <p:cNvSpPr txBox="1"/>
          <p:nvPr/>
        </p:nvSpPr>
        <p:spPr>
          <a:xfrm>
            <a:off x="6816539" y="2059083"/>
            <a:ext cx="4680136" cy="400110"/>
          </a:xfrm>
          <a:prstGeom prst="rect">
            <a:avLst/>
          </a:prstGeom>
          <a:noFill/>
        </p:spPr>
        <p:txBody>
          <a:bodyPr wrap="square">
            <a:spAutoFit/>
          </a:bodyPr>
          <a:lstStyle/>
          <a:p>
            <a:pPr algn="ctr"/>
            <a:r>
              <a:rPr lang="en-US" sz="1000" dirty="0">
                <a:hlinkClick r:id="rId4"/>
              </a:rPr>
              <a:t>Hands_On_Machine_Learning_with_Scikit_Learn_and_TensorFlow-427-432.pdf (unicamp.br)</a:t>
            </a:r>
            <a:endParaRPr lang="en-US" sz="1000" dirty="0"/>
          </a:p>
        </p:txBody>
      </p:sp>
    </p:spTree>
    <p:extLst>
      <p:ext uri="{BB962C8B-B14F-4D97-AF65-F5344CB8AC3E}">
        <p14:creationId xmlns:p14="http://schemas.microsoft.com/office/powerpoint/2010/main" val="327394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1FC42A-6F4B-C5F3-3033-7BAEA99A79FE}"/>
              </a:ext>
            </a:extLst>
          </p:cNvPr>
          <p:cNvSpPr>
            <a:spLocks noGrp="1"/>
          </p:cNvSpPr>
          <p:nvPr>
            <p:ph type="sldNum" sz="quarter" idx="12"/>
          </p:nvPr>
        </p:nvSpPr>
        <p:spPr/>
        <p:txBody>
          <a:bodyPr/>
          <a:lstStyle/>
          <a:p>
            <a:fld id="{5D1E5300-FC0F-4317-A193-EF6CE9E6F7B5}" type="slidenum">
              <a:rPr lang="en-GB" smtClean="0"/>
              <a:pPr/>
              <a:t>5</a:t>
            </a:fld>
            <a:r>
              <a:rPr lang="en-GB"/>
              <a:t>  |  </a:t>
            </a:r>
            <a:endParaRPr lang="en-GB" noProof="0" dirty="0"/>
          </a:p>
        </p:txBody>
      </p:sp>
      <p:sp>
        <p:nvSpPr>
          <p:cNvPr id="3" name="Title 1">
            <a:extLst>
              <a:ext uri="{FF2B5EF4-FFF2-40B4-BE49-F238E27FC236}">
                <a16:creationId xmlns:a16="http://schemas.microsoft.com/office/drawing/2014/main" id="{3C052759-BB97-4644-16F1-BAEEB2FEAA0C}"/>
              </a:ext>
            </a:extLst>
          </p:cNvPr>
          <p:cNvSpPr txBox="1">
            <a:spLocks/>
          </p:cNvSpPr>
          <p:nvPr/>
        </p:nvSpPr>
        <p:spPr>
          <a:xfrm>
            <a:off x="695325" y="820801"/>
            <a:ext cx="10801350" cy="592073"/>
          </a:xfrm>
          <a:prstGeom prst="rect">
            <a:avLst/>
          </a:prstGeom>
        </p:spPr>
        <p:txBody>
          <a:bodyPr/>
          <a:lstStyle>
            <a:lvl1pPr algn="l" defTabSz="914400" rtl="0" eaLnBrk="1" latinLnBrk="0" hangingPunct="1">
              <a:lnSpc>
                <a:spcPct val="100000"/>
              </a:lnSpc>
              <a:spcBef>
                <a:spcPct val="0"/>
              </a:spcBef>
              <a:buNone/>
              <a:defRPr sz="2400" kern="1200">
                <a:solidFill>
                  <a:srgbClr val="243746"/>
                </a:solidFill>
                <a:latin typeface="+mj-lt"/>
                <a:ea typeface="+mj-ea"/>
                <a:cs typeface="+mj-cs"/>
              </a:defRPr>
            </a:lvl1pPr>
          </a:lstStyle>
          <a:p>
            <a:r>
              <a:rPr lang="en-GB" dirty="0"/>
              <a:t>Github </a:t>
            </a:r>
            <a:r>
              <a:rPr lang="en-GB" dirty="0">
                <a:solidFill>
                  <a:schemeClr val="accent2"/>
                </a:solidFill>
              </a:rPr>
              <a:t>(not a requirement, but a life-saver tool!)</a:t>
            </a:r>
          </a:p>
        </p:txBody>
      </p:sp>
      <p:sp>
        <p:nvSpPr>
          <p:cNvPr id="4" name="TextBox 3">
            <a:extLst>
              <a:ext uri="{FF2B5EF4-FFF2-40B4-BE49-F238E27FC236}">
                <a16:creationId xmlns:a16="http://schemas.microsoft.com/office/drawing/2014/main" id="{68CDEA08-27B8-A476-DCFF-D8C2094291FE}"/>
              </a:ext>
            </a:extLst>
          </p:cNvPr>
          <p:cNvSpPr txBox="1"/>
          <p:nvPr/>
        </p:nvSpPr>
        <p:spPr>
          <a:xfrm>
            <a:off x="867335" y="1667435"/>
            <a:ext cx="10071847" cy="369332"/>
          </a:xfrm>
          <a:prstGeom prst="rect">
            <a:avLst/>
          </a:prstGeom>
          <a:noFill/>
        </p:spPr>
        <p:txBody>
          <a:bodyPr wrap="square" rtlCol="0">
            <a:spAutoFit/>
          </a:bodyPr>
          <a:lstStyle/>
          <a:p>
            <a:r>
              <a:rPr lang="en-US" dirty="0"/>
              <a:t>- The beginner's guide to Git </a:t>
            </a:r>
            <a:r>
              <a:rPr lang="nb-NO" dirty="0"/>
              <a:t>&amp; Github</a:t>
            </a:r>
            <a:r>
              <a:rPr lang="en-US" dirty="0"/>
              <a:t>: </a:t>
            </a:r>
            <a:r>
              <a:rPr lang="en-US" dirty="0">
                <a:hlinkClick r:id="rId2"/>
              </a:rPr>
              <a:t>The beginner’s guide to Git &amp; GitHub (freecodecamp.org)</a:t>
            </a:r>
            <a:endParaRPr lang="en-US" dirty="0"/>
          </a:p>
        </p:txBody>
      </p:sp>
      <p:cxnSp>
        <p:nvCxnSpPr>
          <p:cNvPr id="6" name="Straight Arrow Connector 5">
            <a:extLst>
              <a:ext uri="{FF2B5EF4-FFF2-40B4-BE49-F238E27FC236}">
                <a16:creationId xmlns:a16="http://schemas.microsoft.com/office/drawing/2014/main" id="{8BD756A6-BA81-2720-EB83-89441434A13E}"/>
              </a:ext>
            </a:extLst>
          </p:cNvPr>
          <p:cNvCxnSpPr>
            <a:cxnSpLocks/>
          </p:cNvCxnSpPr>
          <p:nvPr/>
        </p:nvCxnSpPr>
        <p:spPr>
          <a:xfrm>
            <a:off x="3765176" y="2036767"/>
            <a:ext cx="0" cy="343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8AA51C5-30F6-DB23-EE35-4690E9658CD7}"/>
              </a:ext>
            </a:extLst>
          </p:cNvPr>
          <p:cNvSpPr txBox="1"/>
          <p:nvPr/>
        </p:nvSpPr>
        <p:spPr>
          <a:xfrm>
            <a:off x="2844052" y="2380129"/>
            <a:ext cx="1956547" cy="307777"/>
          </a:xfrm>
          <a:prstGeom prst="rect">
            <a:avLst/>
          </a:prstGeom>
          <a:noFill/>
        </p:spPr>
        <p:txBody>
          <a:bodyPr wrap="square" rtlCol="0">
            <a:spAutoFit/>
          </a:bodyPr>
          <a:lstStyle/>
          <a:p>
            <a:pPr algn="ctr"/>
            <a:r>
              <a:rPr lang="en-US" sz="1400" dirty="0"/>
              <a:t>But…what is </a:t>
            </a:r>
            <a:r>
              <a:rPr lang="en-US" sz="1400" b="1" dirty="0"/>
              <a:t>Git</a:t>
            </a:r>
            <a:r>
              <a:rPr lang="en-US" sz="1400" dirty="0"/>
              <a:t>?</a:t>
            </a:r>
          </a:p>
        </p:txBody>
      </p:sp>
      <p:cxnSp>
        <p:nvCxnSpPr>
          <p:cNvPr id="12" name="Straight Connector 11">
            <a:extLst>
              <a:ext uri="{FF2B5EF4-FFF2-40B4-BE49-F238E27FC236}">
                <a16:creationId xmlns:a16="http://schemas.microsoft.com/office/drawing/2014/main" id="{72C8EE82-9B27-9C1D-63D1-ACDEAA7385A1}"/>
              </a:ext>
            </a:extLst>
          </p:cNvPr>
          <p:cNvCxnSpPr/>
          <p:nvPr/>
        </p:nvCxnSpPr>
        <p:spPr>
          <a:xfrm>
            <a:off x="3755089" y="2687906"/>
            <a:ext cx="0" cy="4235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63B0C67-9A81-DF0A-70BB-B6821A80F7D1}"/>
              </a:ext>
            </a:extLst>
          </p:cNvPr>
          <p:cNvCxnSpPr/>
          <p:nvPr/>
        </p:nvCxnSpPr>
        <p:spPr>
          <a:xfrm>
            <a:off x="3755089" y="3111489"/>
            <a:ext cx="126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50" name="Picture 2" descr="documents/Git - Pengenalan.pdf · master · Share / Git · GitLab">
            <a:extLst>
              <a:ext uri="{FF2B5EF4-FFF2-40B4-BE49-F238E27FC236}">
                <a16:creationId xmlns:a16="http://schemas.microsoft.com/office/drawing/2014/main" id="{737191CE-6E55-0552-AC13-682B0C82AF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3084" y="2305598"/>
            <a:ext cx="411817" cy="41181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2F4E9D17-4599-2B6B-E773-61B4F94B96B0}"/>
              </a:ext>
            </a:extLst>
          </p:cNvPr>
          <p:cNvSpPr txBox="1"/>
          <p:nvPr/>
        </p:nvSpPr>
        <p:spPr>
          <a:xfrm>
            <a:off x="4861112" y="2905780"/>
            <a:ext cx="3227293" cy="523220"/>
          </a:xfrm>
          <a:prstGeom prst="rect">
            <a:avLst/>
          </a:prstGeom>
          <a:noFill/>
        </p:spPr>
        <p:txBody>
          <a:bodyPr wrap="square" rtlCol="0">
            <a:spAutoFit/>
          </a:bodyPr>
          <a:lstStyle/>
          <a:p>
            <a:pPr algn="ctr"/>
            <a:r>
              <a:rPr lang="en-US" sz="1400" dirty="0"/>
              <a:t>Free, open-source </a:t>
            </a:r>
            <a:r>
              <a:rPr lang="en-US" sz="1400" b="1" dirty="0"/>
              <a:t>version control</a:t>
            </a:r>
            <a:r>
              <a:rPr lang="en-US" sz="1400" dirty="0"/>
              <a:t> software.</a:t>
            </a:r>
          </a:p>
        </p:txBody>
      </p:sp>
      <p:cxnSp>
        <p:nvCxnSpPr>
          <p:cNvPr id="17" name="Straight Arrow Connector 16">
            <a:extLst>
              <a:ext uri="{FF2B5EF4-FFF2-40B4-BE49-F238E27FC236}">
                <a16:creationId xmlns:a16="http://schemas.microsoft.com/office/drawing/2014/main" id="{5871176B-5A63-8772-6407-8F7E0D78180A}"/>
              </a:ext>
            </a:extLst>
          </p:cNvPr>
          <p:cNvCxnSpPr/>
          <p:nvPr/>
        </p:nvCxnSpPr>
        <p:spPr>
          <a:xfrm>
            <a:off x="7967382" y="3167390"/>
            <a:ext cx="6387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FC007B8-B836-DE29-E89E-4CD74B68A31C}"/>
              </a:ext>
            </a:extLst>
          </p:cNvPr>
          <p:cNvSpPr txBox="1"/>
          <p:nvPr/>
        </p:nvSpPr>
        <p:spPr>
          <a:xfrm>
            <a:off x="8680076" y="2681183"/>
            <a:ext cx="3146612" cy="954107"/>
          </a:xfrm>
          <a:prstGeom prst="rect">
            <a:avLst/>
          </a:prstGeom>
          <a:noFill/>
        </p:spPr>
        <p:txBody>
          <a:bodyPr wrap="square" rtlCol="0">
            <a:spAutoFit/>
          </a:bodyPr>
          <a:lstStyle/>
          <a:p>
            <a:pPr algn="ctr"/>
            <a:r>
              <a:rPr lang="en-US" sz="1400" u="sng" dirty="0"/>
              <a:t>In simple words: </a:t>
            </a:r>
          </a:p>
          <a:p>
            <a:pPr algn="ctr"/>
            <a:r>
              <a:rPr lang="en-US" sz="1400" dirty="0"/>
              <a:t>An easy way to </a:t>
            </a:r>
            <a:r>
              <a:rPr lang="en-US" sz="1400" b="1" dirty="0"/>
              <a:t>keep your code up to date</a:t>
            </a:r>
            <a:r>
              <a:rPr lang="en-US" sz="1400" dirty="0"/>
              <a:t>, while collaborating with your team.</a:t>
            </a:r>
          </a:p>
        </p:txBody>
      </p:sp>
      <p:sp>
        <p:nvSpPr>
          <p:cNvPr id="19" name="TextBox 18">
            <a:extLst>
              <a:ext uri="{FF2B5EF4-FFF2-40B4-BE49-F238E27FC236}">
                <a16:creationId xmlns:a16="http://schemas.microsoft.com/office/drawing/2014/main" id="{0C9D88B7-2F82-E56F-412A-BBFDD6C448B4}"/>
              </a:ext>
            </a:extLst>
          </p:cNvPr>
          <p:cNvSpPr txBox="1"/>
          <p:nvPr/>
        </p:nvSpPr>
        <p:spPr>
          <a:xfrm>
            <a:off x="940584" y="4497752"/>
            <a:ext cx="10071847" cy="1477328"/>
          </a:xfrm>
          <a:prstGeom prst="rect">
            <a:avLst/>
          </a:prstGeom>
          <a:noFill/>
        </p:spPr>
        <p:txBody>
          <a:bodyPr wrap="square" rtlCol="0">
            <a:spAutoFit/>
          </a:bodyPr>
          <a:lstStyle/>
          <a:p>
            <a:r>
              <a:rPr lang="en-US" dirty="0"/>
              <a:t>- Getting started with Git: </a:t>
            </a:r>
            <a:r>
              <a:rPr lang="en-US" dirty="0">
                <a:hlinkClick r:id="rId4"/>
              </a:rPr>
              <a:t>Getting started with Git - GitHub Docs</a:t>
            </a:r>
            <a:endParaRPr lang="en-US" dirty="0"/>
          </a:p>
          <a:p>
            <a:endParaRPr lang="en-US" dirty="0"/>
          </a:p>
          <a:p>
            <a:r>
              <a:rPr lang="en-US" dirty="0"/>
              <a:t>- QuickStart with Github: </a:t>
            </a:r>
            <a:r>
              <a:rPr lang="nb-NO" dirty="0" err="1">
                <a:hlinkClick r:id="rId5"/>
              </a:rPr>
              <a:t>Quickstart</a:t>
            </a:r>
            <a:r>
              <a:rPr lang="nb-NO" dirty="0">
                <a:hlinkClick r:id="rId5"/>
              </a:rPr>
              <a:t> - GitHub Docs</a:t>
            </a:r>
            <a:endParaRPr lang="nb-NO" dirty="0"/>
          </a:p>
          <a:p>
            <a:endParaRPr lang="nb-NO" dirty="0"/>
          </a:p>
          <a:p>
            <a:r>
              <a:rPr lang="nb-NO" dirty="0"/>
              <a:t>- </a:t>
            </a:r>
            <a:r>
              <a:rPr lang="nb-NO" dirty="0" err="1"/>
              <a:t>Git</a:t>
            </a:r>
            <a:r>
              <a:rPr lang="nb-NO" dirty="0"/>
              <a:t> </a:t>
            </a:r>
            <a:r>
              <a:rPr lang="nb-NO" dirty="0" err="1"/>
              <a:t>documentation</a:t>
            </a:r>
            <a:r>
              <a:rPr lang="nb-NO" dirty="0"/>
              <a:t>: </a:t>
            </a:r>
            <a:r>
              <a:rPr lang="nb-NO" dirty="0" err="1">
                <a:hlinkClick r:id="rId6"/>
              </a:rPr>
              <a:t>Git</a:t>
            </a:r>
            <a:r>
              <a:rPr lang="nb-NO" dirty="0">
                <a:hlinkClick r:id="rId6"/>
              </a:rPr>
              <a:t> - </a:t>
            </a:r>
            <a:r>
              <a:rPr lang="nb-NO" dirty="0" err="1">
                <a:hlinkClick r:id="rId6"/>
              </a:rPr>
              <a:t>Documentation</a:t>
            </a:r>
            <a:r>
              <a:rPr lang="nb-NO" dirty="0">
                <a:hlinkClick r:id="rId6"/>
              </a:rPr>
              <a:t> (git-scm.com)</a:t>
            </a:r>
            <a:r>
              <a:rPr lang="nb-NO" dirty="0"/>
              <a:t> </a:t>
            </a:r>
            <a:r>
              <a:rPr lang="nb-NO" sz="1200" dirty="0">
                <a:solidFill>
                  <a:schemeClr val="accent2"/>
                </a:solidFill>
              </a:rPr>
              <a:t>(my </a:t>
            </a:r>
            <a:r>
              <a:rPr lang="en-US" sz="1200" dirty="0">
                <a:solidFill>
                  <a:schemeClr val="accent2"/>
                </a:solidFill>
              </a:rPr>
              <a:t>favorite</a:t>
            </a:r>
            <a:r>
              <a:rPr lang="nb-NO" sz="1200" dirty="0">
                <a:solidFill>
                  <a:schemeClr val="accent2"/>
                </a:solidFill>
              </a:rPr>
              <a:t> so far)</a:t>
            </a:r>
            <a:endParaRPr lang="en-US" dirty="0">
              <a:solidFill>
                <a:schemeClr val="accent2"/>
              </a:solidFill>
            </a:endParaRPr>
          </a:p>
        </p:txBody>
      </p:sp>
      <p:sp>
        <p:nvSpPr>
          <p:cNvPr id="20" name="TextBox 19">
            <a:extLst>
              <a:ext uri="{FF2B5EF4-FFF2-40B4-BE49-F238E27FC236}">
                <a16:creationId xmlns:a16="http://schemas.microsoft.com/office/drawing/2014/main" id="{3BB308A1-0DEF-9F93-5F83-B40BF7E723CD}"/>
              </a:ext>
            </a:extLst>
          </p:cNvPr>
          <p:cNvSpPr txBox="1"/>
          <p:nvPr/>
        </p:nvSpPr>
        <p:spPr>
          <a:xfrm>
            <a:off x="1082488" y="4018267"/>
            <a:ext cx="3933265" cy="369332"/>
          </a:xfrm>
          <a:prstGeom prst="rect">
            <a:avLst/>
          </a:prstGeom>
          <a:noFill/>
        </p:spPr>
        <p:txBody>
          <a:bodyPr wrap="square" rtlCol="0">
            <a:spAutoFit/>
          </a:bodyPr>
          <a:lstStyle/>
          <a:p>
            <a:r>
              <a:rPr lang="en-US" b="1" dirty="0"/>
              <a:t>Some useful links:</a:t>
            </a:r>
          </a:p>
        </p:txBody>
      </p:sp>
      <p:cxnSp>
        <p:nvCxnSpPr>
          <p:cNvPr id="21" name="Straight Connector 20">
            <a:extLst>
              <a:ext uri="{FF2B5EF4-FFF2-40B4-BE49-F238E27FC236}">
                <a16:creationId xmlns:a16="http://schemas.microsoft.com/office/drawing/2014/main" id="{E97EF495-FADF-45DA-2813-D243613A9EE6}"/>
              </a:ext>
            </a:extLst>
          </p:cNvPr>
          <p:cNvCxnSpPr/>
          <p:nvPr/>
        </p:nvCxnSpPr>
        <p:spPr>
          <a:xfrm>
            <a:off x="10253382" y="3675634"/>
            <a:ext cx="0" cy="423583"/>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D17D7FA-5EAB-B44A-1CB2-B359AF21EBBB}"/>
              </a:ext>
            </a:extLst>
          </p:cNvPr>
          <p:cNvSpPr txBox="1"/>
          <p:nvPr/>
        </p:nvSpPr>
        <p:spPr>
          <a:xfrm>
            <a:off x="8915401" y="4202933"/>
            <a:ext cx="2850776" cy="523220"/>
          </a:xfrm>
          <a:prstGeom prst="rect">
            <a:avLst/>
          </a:prstGeom>
          <a:noFill/>
        </p:spPr>
        <p:txBody>
          <a:bodyPr wrap="square" rtlCol="0">
            <a:spAutoFit/>
          </a:bodyPr>
          <a:lstStyle/>
          <a:p>
            <a:pPr algn="ctr"/>
            <a:r>
              <a:rPr lang="en-US" sz="1400" b="1" dirty="0">
                <a:solidFill>
                  <a:schemeClr val="accent2"/>
                </a:solidFill>
              </a:rPr>
              <a:t>Tip:</a:t>
            </a:r>
            <a:r>
              <a:rPr lang="en-US" sz="1400" dirty="0">
                <a:solidFill>
                  <a:schemeClr val="accent2"/>
                </a:solidFill>
              </a:rPr>
              <a:t> you can integrate it with your vscode and make your life easier. </a:t>
            </a:r>
          </a:p>
        </p:txBody>
      </p:sp>
    </p:spTree>
    <p:extLst>
      <p:ext uri="{BB962C8B-B14F-4D97-AF65-F5344CB8AC3E}">
        <p14:creationId xmlns:p14="http://schemas.microsoft.com/office/powerpoint/2010/main" val="2577573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tekst 1">
            <a:extLst>
              <a:ext uri="{FF2B5EF4-FFF2-40B4-BE49-F238E27FC236}">
                <a16:creationId xmlns:a16="http://schemas.microsoft.com/office/drawing/2014/main" id="{A8A4CB7B-45CA-430C-8BC8-7DA84F3CF81D}"/>
              </a:ext>
            </a:extLst>
          </p:cNvPr>
          <p:cNvSpPr>
            <a:spLocks noGrp="1"/>
          </p:cNvSpPr>
          <p:nvPr>
            <p:ph type="body" sz="quarter" idx="11"/>
          </p:nvPr>
        </p:nvSpPr>
        <p:spPr/>
        <p:txBody>
          <a:bodyPr/>
          <a:lstStyle/>
          <a:p>
            <a:r>
              <a:rPr lang="en-GB" dirty="0"/>
              <a:t>Maria Betania Cedeno Tepedino – Data scientist subsurface.</a:t>
            </a:r>
          </a:p>
        </p:txBody>
      </p:sp>
      <p:sp>
        <p:nvSpPr>
          <p:cNvPr id="3" name="Tittel 2">
            <a:extLst>
              <a:ext uri="{FF2B5EF4-FFF2-40B4-BE49-F238E27FC236}">
                <a16:creationId xmlns:a16="http://schemas.microsoft.com/office/drawing/2014/main" id="{435A5087-41DD-48F0-B6FA-ECF22A3BC1A3}"/>
              </a:ext>
            </a:extLst>
          </p:cNvPr>
          <p:cNvSpPr>
            <a:spLocks noGrp="1"/>
          </p:cNvSpPr>
          <p:nvPr>
            <p:ph type="title"/>
          </p:nvPr>
        </p:nvSpPr>
        <p:spPr/>
        <p:txBody>
          <a:bodyPr/>
          <a:lstStyle/>
          <a:p>
            <a:r>
              <a:rPr lang="en-GB" sz="2000" b="0" i="0" u="none" strike="noStrike" dirty="0">
                <a:solidFill>
                  <a:srgbClr val="FF1243"/>
                </a:solidFill>
                <a:effectLst/>
                <a:latin typeface="Equinor Medium" panose="020B0604020202020204" charset="0"/>
              </a:rPr>
              <a:t>EQUINOR – IFP collaboration: Machine Learning Miniprojects</a:t>
            </a:r>
            <a:endParaRPr lang="en-GB" dirty="0"/>
          </a:p>
        </p:txBody>
      </p:sp>
    </p:spTree>
    <p:extLst>
      <p:ext uri="{BB962C8B-B14F-4D97-AF65-F5344CB8AC3E}">
        <p14:creationId xmlns:p14="http://schemas.microsoft.com/office/powerpoint/2010/main" val="1761143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0FC258-B79A-9EA9-5AF8-FDBA18B749CE}"/>
              </a:ext>
            </a:extLst>
          </p:cNvPr>
          <p:cNvSpPr>
            <a:spLocks noGrp="1"/>
          </p:cNvSpPr>
          <p:nvPr>
            <p:ph type="sldNum" sz="quarter" idx="12"/>
          </p:nvPr>
        </p:nvSpPr>
        <p:spPr/>
        <p:txBody>
          <a:bodyPr/>
          <a:lstStyle/>
          <a:p>
            <a:fld id="{5D1E5300-FC0F-4317-A193-EF6CE9E6F7B5}" type="slidenum">
              <a:rPr lang="en-GB" smtClean="0"/>
              <a:pPr/>
              <a:t>7</a:t>
            </a:fld>
            <a:r>
              <a:rPr lang="en-GB"/>
              <a:t>  |  </a:t>
            </a:r>
            <a:endParaRPr lang="en-GB" noProof="0" dirty="0"/>
          </a:p>
        </p:txBody>
      </p:sp>
      <p:sp>
        <p:nvSpPr>
          <p:cNvPr id="3" name="Title 1">
            <a:extLst>
              <a:ext uri="{FF2B5EF4-FFF2-40B4-BE49-F238E27FC236}">
                <a16:creationId xmlns:a16="http://schemas.microsoft.com/office/drawing/2014/main" id="{70F4E3B9-C60A-E8FC-7E6B-B1FAE1C6E863}"/>
              </a:ext>
            </a:extLst>
          </p:cNvPr>
          <p:cNvSpPr>
            <a:spLocks noGrp="1"/>
          </p:cNvSpPr>
          <p:nvPr/>
        </p:nvSpPr>
        <p:spPr>
          <a:xfrm>
            <a:off x="610140" y="1011286"/>
            <a:ext cx="10801350" cy="592073"/>
          </a:xfrm>
          <a:prstGeom prst="rect">
            <a:avLst/>
          </a:prstGeom>
        </p:spPr>
        <p:txBody>
          <a:bodyPr vert="horz" lIns="0" tIns="180000" rIns="0" bIns="0" rtlCol="0" anchor="t">
            <a:noAutofit/>
          </a:bodyPr>
          <a:lstStyle>
            <a:lvl1pPr algn="l" defTabSz="914400" rtl="0" eaLnBrk="1" latinLnBrk="0" hangingPunct="1">
              <a:lnSpc>
                <a:spcPct val="100000"/>
              </a:lnSpc>
              <a:spcBef>
                <a:spcPct val="0"/>
              </a:spcBef>
              <a:buNone/>
              <a:defRPr sz="2400" kern="1200">
                <a:solidFill>
                  <a:srgbClr val="243746"/>
                </a:solidFill>
                <a:latin typeface="+mj-lt"/>
                <a:ea typeface="+mj-ea"/>
                <a:cs typeface="+mj-cs"/>
              </a:defRPr>
            </a:lvl1pPr>
          </a:lstStyle>
          <a:p>
            <a:r>
              <a:rPr lang="en-US" dirty="0">
                <a:latin typeface="Calibri" panose="020F0502020204030204" pitchFamily="34" charset="0"/>
                <a:cs typeface="Calibri" panose="020F0502020204030204" pitchFamily="34" charset="0"/>
              </a:rPr>
              <a:t>Project: Facies classification using Machine Learning</a:t>
            </a:r>
          </a:p>
        </p:txBody>
      </p:sp>
      <p:sp>
        <p:nvSpPr>
          <p:cNvPr id="4" name="Content Placeholder 2">
            <a:extLst>
              <a:ext uri="{FF2B5EF4-FFF2-40B4-BE49-F238E27FC236}">
                <a16:creationId xmlns:a16="http://schemas.microsoft.com/office/drawing/2014/main" id="{165ECB5C-881D-4A6A-47BD-CB62DFC10557}"/>
              </a:ext>
            </a:extLst>
          </p:cNvPr>
          <p:cNvSpPr>
            <a:spLocks noGrp="1"/>
          </p:cNvSpPr>
          <p:nvPr/>
        </p:nvSpPr>
        <p:spPr>
          <a:xfrm>
            <a:off x="622173" y="2075757"/>
            <a:ext cx="10789317" cy="4355904"/>
          </a:xfrm>
          <a:prstGeom prst="rect">
            <a:avLst/>
          </a:prstGeom>
        </p:spPr>
        <p:txBody>
          <a:bodyPr vert="horz" lIns="0" tIns="0" rIns="288000" bIns="0" rtlCol="0" anchor="t">
            <a:noAutofit/>
          </a:bodyPr>
          <a:lst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ea typeface="Verdana"/>
                <a:cs typeface="Calibri" panose="020F0502020204030204" pitchFamily="34" charset="0"/>
              </a:rPr>
              <a:t>The dataset originates from a course at The University of Kansas. Its aim is to predict facies using well log data. The emphasis of this project is on supervised learning. Wireline log data, including gamma-ray (GR), induction logging deep resistivity (ILD), porosity (PHI), neutron porosity, and photoelectric effect (PE), have been integrated with core descriptions. Additionally, each data point encompasses two geological constraining variables: a nonmarine-marine indicator and the relative position. By combining these datasets, participants are invited to devise and implement one or more solutions to address this classification challenge. Well-log data from nine wells is available for analysis.</a:t>
            </a:r>
          </a:p>
          <a:p>
            <a:pPr marL="0" indent="0" algn="just">
              <a:buNone/>
            </a:pPr>
            <a:r>
              <a:rPr lang="en-US" b="1" dirty="0">
                <a:ea typeface="Verdana"/>
                <a:cs typeface="Calibri" panose="020F0502020204030204" pitchFamily="34" charset="0"/>
              </a:rPr>
              <a:t>Case study</a:t>
            </a:r>
            <a:r>
              <a:rPr lang="en-US" dirty="0">
                <a:ea typeface="Verdana"/>
                <a:cs typeface="Calibri" panose="020F0502020204030204" pitchFamily="34" charset="0"/>
              </a:rPr>
              <a:t>:</a:t>
            </a:r>
          </a:p>
          <a:p>
            <a:pPr marL="611505" lvl="1" indent="-179705">
              <a:buFont typeface="Courier New" panose="020B0604020202020204" pitchFamily="34" charset="0"/>
              <a:buChar char="o"/>
            </a:pPr>
            <a:r>
              <a:rPr lang="en-US" dirty="0">
                <a:ea typeface="Verdana"/>
                <a:cs typeface="Calibri" panose="020F0502020204030204" pitchFamily="34" charset="0"/>
              </a:rPr>
              <a:t>Gas fields in North America. The Hugoton and Panoma fields</a:t>
            </a:r>
          </a:p>
          <a:p>
            <a:pPr marL="179705" indent="-179705"/>
            <a:r>
              <a:rPr lang="en-US" b="1" dirty="0">
                <a:ea typeface="Verdana"/>
                <a:cs typeface="Calibri" panose="020F0502020204030204" pitchFamily="34" charset="0"/>
              </a:rPr>
              <a:t>Method:</a:t>
            </a:r>
          </a:p>
          <a:p>
            <a:pPr marL="611705" lvl="1" indent="-179705"/>
            <a:r>
              <a:rPr lang="en-US" b="1" dirty="0">
                <a:ea typeface="Verdana"/>
                <a:cs typeface="Calibri" panose="020F0502020204030204" pitchFamily="34" charset="0"/>
              </a:rPr>
              <a:t>Supervised Learning - Classification</a:t>
            </a:r>
            <a:r>
              <a:rPr lang="en-US" dirty="0">
                <a:ea typeface="Verdana"/>
                <a:cs typeface="Calibri" panose="020F0502020204030204" pitchFamily="34" charset="0"/>
              </a:rPr>
              <a:t>:</a:t>
            </a:r>
          </a:p>
          <a:p>
            <a:pPr marL="431800" lvl="1" indent="0">
              <a:buNone/>
            </a:pPr>
            <a:r>
              <a:rPr lang="en-US" dirty="0">
                <a:ea typeface="Verdana"/>
                <a:cs typeface="Calibri" panose="020F0502020204030204" pitchFamily="34" charset="0"/>
              </a:rPr>
              <a:t>Support Vector Machines/ Random Forest / Multilayer Perceptron</a:t>
            </a:r>
          </a:p>
          <a:p>
            <a:pPr marL="179705" indent="-179705"/>
            <a:endParaRPr lang="en-US" dirty="0">
              <a:ea typeface="Verdana"/>
              <a:cs typeface="Calibri" panose="020F0502020204030204" pitchFamily="34" charset="0"/>
            </a:endParaRPr>
          </a:p>
          <a:p>
            <a:pPr marL="0" indent="0">
              <a:buNone/>
            </a:pPr>
            <a:br>
              <a:rPr lang="en-US" dirty="0"/>
            </a:br>
            <a:endParaRPr lang="en-US" dirty="0"/>
          </a:p>
        </p:txBody>
      </p:sp>
      <p:pic>
        <p:nvPicPr>
          <p:cNvPr id="1026" name="Picture 2" descr="Paper Post-it note Download - Notes note png download - 1886*1806 ...">
            <a:extLst>
              <a:ext uri="{FF2B5EF4-FFF2-40B4-BE49-F238E27FC236}">
                <a16:creationId xmlns:a16="http://schemas.microsoft.com/office/drawing/2014/main" id="{D217CC9B-2C60-50AB-B29D-18832CF632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088" t="5107" r="8377" b="4708"/>
          <a:stretch/>
        </p:blipFill>
        <p:spPr bwMode="auto">
          <a:xfrm>
            <a:off x="8422106" y="73910"/>
            <a:ext cx="1916964" cy="200184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A24BB66-6971-4B27-AB10-BACFCBB39A2E}"/>
              </a:ext>
            </a:extLst>
          </p:cNvPr>
          <p:cNvSpPr txBox="1"/>
          <p:nvPr/>
        </p:nvSpPr>
        <p:spPr>
          <a:xfrm>
            <a:off x="8599394" y="833918"/>
            <a:ext cx="1680882" cy="600164"/>
          </a:xfrm>
          <a:prstGeom prst="rect">
            <a:avLst/>
          </a:prstGeom>
          <a:noFill/>
        </p:spPr>
        <p:txBody>
          <a:bodyPr wrap="square">
            <a:spAutoFit/>
          </a:bodyPr>
          <a:lstStyle/>
          <a:p>
            <a:pPr marL="171450" indent="-171450" algn="ctr">
              <a:buFont typeface="Arial" panose="020B0604020202020204" pitchFamily="34" charset="0"/>
              <a:buChar char="•"/>
            </a:pPr>
            <a:r>
              <a:rPr lang="nb-NO" sz="1100" b="0" i="0" dirty="0">
                <a:solidFill>
                  <a:srgbClr val="000000"/>
                </a:solidFill>
                <a:effectLst/>
              </a:rPr>
              <a:t>Anuttida Vesprasit.</a:t>
            </a:r>
          </a:p>
          <a:p>
            <a:pPr marL="171450" indent="-171450" algn="ctr">
              <a:buFont typeface="Arial" panose="020B0604020202020204" pitchFamily="34" charset="0"/>
              <a:buChar char="•"/>
            </a:pPr>
            <a:r>
              <a:rPr lang="en-US" sz="1100" dirty="0"/>
              <a:t>Tamil Selvan Pandurangan</a:t>
            </a:r>
          </a:p>
        </p:txBody>
      </p:sp>
      <p:sp>
        <p:nvSpPr>
          <p:cNvPr id="7" name="TextBox 6">
            <a:extLst>
              <a:ext uri="{FF2B5EF4-FFF2-40B4-BE49-F238E27FC236}">
                <a16:creationId xmlns:a16="http://schemas.microsoft.com/office/drawing/2014/main" id="{F753EE4A-DE49-2D36-3F2C-39C63805FC4C}"/>
              </a:ext>
            </a:extLst>
          </p:cNvPr>
          <p:cNvSpPr txBox="1"/>
          <p:nvPr/>
        </p:nvSpPr>
        <p:spPr>
          <a:xfrm>
            <a:off x="610140" y="5499847"/>
            <a:ext cx="11330848" cy="584775"/>
          </a:xfrm>
          <a:prstGeom prst="rect">
            <a:avLst/>
          </a:prstGeom>
          <a:noFill/>
        </p:spPr>
        <p:txBody>
          <a:bodyPr wrap="square" rtlCol="0">
            <a:spAutoFit/>
          </a:bodyPr>
          <a:lstStyle/>
          <a:p>
            <a:r>
              <a:rPr lang="en-US" sz="1600" b="1" dirty="0"/>
              <a:t>Dataset: </a:t>
            </a:r>
            <a:r>
              <a:rPr lang="nb-NO" sz="1600" dirty="0" err="1">
                <a:hlinkClick r:id="rId4"/>
              </a:rPr>
              <a:t>IFP_ML_Miniprojects</a:t>
            </a:r>
            <a:r>
              <a:rPr lang="nb-NO" sz="1600" dirty="0">
                <a:hlinkClick r:id="rId4"/>
              </a:rPr>
              <a:t>/01_facies_classification/00_data/02_SEG_2016_ml_contest at </a:t>
            </a:r>
            <a:r>
              <a:rPr lang="nb-NO" sz="1600" dirty="0" err="1">
                <a:hlinkClick r:id="rId4"/>
              </a:rPr>
              <a:t>main</a:t>
            </a:r>
            <a:r>
              <a:rPr lang="nb-NO" sz="1600" dirty="0">
                <a:hlinkClick r:id="rId4"/>
              </a:rPr>
              <a:t> · </a:t>
            </a:r>
            <a:r>
              <a:rPr lang="nb-NO" sz="1600" dirty="0" err="1">
                <a:hlinkClick r:id="rId4"/>
              </a:rPr>
              <a:t>vescequi</a:t>
            </a:r>
            <a:r>
              <a:rPr lang="nb-NO" sz="1600" dirty="0">
                <a:hlinkClick r:id="rId4"/>
              </a:rPr>
              <a:t>/</a:t>
            </a:r>
            <a:r>
              <a:rPr lang="nb-NO" sz="1600" dirty="0" err="1">
                <a:hlinkClick r:id="rId4"/>
              </a:rPr>
              <a:t>IFP_ML_Miniprojects</a:t>
            </a:r>
            <a:r>
              <a:rPr lang="nb-NO" sz="1600" dirty="0">
                <a:hlinkClick r:id="rId4"/>
              </a:rPr>
              <a:t> (github.com)</a:t>
            </a:r>
            <a:endParaRPr lang="en-US" sz="1600" b="1" dirty="0"/>
          </a:p>
        </p:txBody>
      </p:sp>
    </p:spTree>
    <p:extLst>
      <p:ext uri="{BB962C8B-B14F-4D97-AF65-F5344CB8AC3E}">
        <p14:creationId xmlns:p14="http://schemas.microsoft.com/office/powerpoint/2010/main" val="2202877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B3C00-C3EC-D2A0-9B91-F3D0CA41385D}"/>
              </a:ext>
            </a:extLst>
          </p:cNvPr>
          <p:cNvSpPr>
            <a:spLocks noGrp="1"/>
          </p:cNvSpPr>
          <p:nvPr>
            <p:ph type="title"/>
          </p:nvPr>
        </p:nvSpPr>
        <p:spPr>
          <a:xfrm>
            <a:off x="465697" y="1394552"/>
            <a:ext cx="9683700" cy="595007"/>
          </a:xfrm>
        </p:spPr>
        <p:txBody>
          <a:bodyPr/>
          <a:lstStyle/>
          <a:p>
            <a:r>
              <a:rPr lang="nb-NO" dirty="0">
                <a:latin typeface="Calibri" panose="020F0502020204030204" pitchFamily="34" charset="0"/>
                <a:cs typeface="Calibri" panose="020F0502020204030204" pitchFamily="34" charset="0"/>
              </a:rPr>
              <a:t>Project: 2021 SPWLA Well-log </a:t>
            </a:r>
            <a:r>
              <a:rPr lang="en-US" dirty="0">
                <a:latin typeface="Calibri" panose="020F0502020204030204" pitchFamily="34" charset="0"/>
                <a:cs typeface="Calibri" panose="020F0502020204030204" pitchFamily="34" charset="0"/>
              </a:rPr>
              <a:t>based</a:t>
            </a:r>
            <a:r>
              <a:rPr lang="nb-NO" dirty="0">
                <a:latin typeface="Calibri" panose="020F0502020204030204" pitchFamily="34" charset="0"/>
                <a:cs typeface="Calibri" panose="020F0502020204030204" pitchFamily="34" charset="0"/>
              </a:rPr>
              <a:t> reservoir property estimation </a:t>
            </a:r>
            <a:r>
              <a:rPr lang="en-US" dirty="0">
                <a:latin typeface="Calibri" panose="020F0502020204030204" pitchFamily="34" charset="0"/>
                <a:cs typeface="Calibri" panose="020F0502020204030204" pitchFamily="34" charset="0"/>
              </a:rPr>
              <a:t>with</a:t>
            </a:r>
            <a:r>
              <a:rPr lang="nb-NO"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machine</a:t>
            </a:r>
            <a:r>
              <a:rPr lang="nb-NO" dirty="0">
                <a:latin typeface="Calibri" panose="020F0502020204030204" pitchFamily="34" charset="0"/>
                <a:cs typeface="Calibri" panose="020F0502020204030204" pitchFamily="34" charset="0"/>
              </a:rPr>
              <a:t> learning</a:t>
            </a:r>
            <a:endParaRPr lang="en-GB"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1383CD11-A282-2AAB-6B41-DD3CB62D35AD}"/>
              </a:ext>
            </a:extLst>
          </p:cNvPr>
          <p:cNvSpPr>
            <a:spLocks noGrp="1"/>
          </p:cNvSpPr>
          <p:nvPr>
            <p:ph sz="half" idx="1"/>
          </p:nvPr>
        </p:nvSpPr>
        <p:spPr>
          <a:xfrm>
            <a:off x="572541" y="2583402"/>
            <a:ext cx="11040955" cy="4106510"/>
          </a:xfrm>
        </p:spPr>
        <p:txBody>
          <a:bodyPr vert="horz" lIns="0" tIns="0" rIns="288000" bIns="0" rtlCol="0" anchor="t">
            <a:noAutofit/>
          </a:bodyPr>
          <a:lstStyle/>
          <a:p>
            <a:pPr marL="0" indent="0" algn="just">
              <a:buNone/>
            </a:pPr>
            <a:r>
              <a:rPr lang="en-US" dirty="0">
                <a:cs typeface="Calibri" panose="020F0502020204030204" pitchFamily="34" charset="0"/>
              </a:rPr>
              <a:t>Well log interpretation is a key component of reservoir modeling and reserve estimation. Typically, petrophysicists perform interpretations to estimate reservoir properties. However, if sufficient training data is available, data-driven methods can be employed. The goal of this contest is to create data-driven models that estimate reservoir properties such as shale volume, porosity, and fluid saturation from a standard set of well logs. The provided wireline logs to be used include gamma ray, bulk density, neutron porosity, resistivity, and sonic. This mini-project serves as an example of supervised learning, with a particular focus on regression.</a:t>
            </a:r>
          </a:p>
          <a:p>
            <a:pPr marL="179705" indent="-179705"/>
            <a:r>
              <a:rPr lang="en-US" b="1" dirty="0">
                <a:ea typeface="Verdana"/>
                <a:cs typeface="Calibri" panose="020F0502020204030204" pitchFamily="34" charset="0"/>
              </a:rPr>
              <a:t>Case study</a:t>
            </a:r>
            <a:r>
              <a:rPr lang="en-US" dirty="0">
                <a:ea typeface="Verdana"/>
                <a:cs typeface="Calibri" panose="020F0502020204030204" pitchFamily="34" charset="0"/>
              </a:rPr>
              <a:t>:</a:t>
            </a:r>
            <a:endParaRPr lang="en-US" dirty="0">
              <a:cs typeface="Calibri" panose="020F0502020204030204" pitchFamily="34" charset="0"/>
            </a:endParaRPr>
          </a:p>
          <a:p>
            <a:pPr marL="611505" lvl="1" indent="-179705">
              <a:buFont typeface="Courier New,monospace" panose="020B0604020202020204" pitchFamily="34" charset="0"/>
              <a:buChar char="o"/>
            </a:pPr>
            <a:r>
              <a:rPr lang="en-US" dirty="0">
                <a:ea typeface="Verdana"/>
                <a:cs typeface="Calibri" panose="020F0502020204030204" pitchFamily="34" charset="0"/>
              </a:rPr>
              <a:t>VOLVE Field / SPWLA 2021 open-source data.</a:t>
            </a:r>
          </a:p>
          <a:p>
            <a:pPr marL="179705" indent="-179705"/>
            <a:r>
              <a:rPr lang="en-US" b="1" dirty="0">
                <a:ea typeface="Verdana"/>
                <a:cs typeface="Calibri" panose="020F0502020204030204" pitchFamily="34" charset="0"/>
              </a:rPr>
              <a:t>Method</a:t>
            </a:r>
            <a:r>
              <a:rPr lang="en-US" dirty="0">
                <a:ea typeface="Verdana"/>
                <a:cs typeface="Calibri" panose="020F0502020204030204" pitchFamily="34" charset="0"/>
              </a:rPr>
              <a:t>:</a:t>
            </a:r>
          </a:p>
          <a:p>
            <a:pPr marL="611705" lvl="1" indent="-179705"/>
            <a:r>
              <a:rPr lang="en-US" b="1" dirty="0">
                <a:ea typeface="Verdana"/>
                <a:cs typeface="Calibri" panose="020F0502020204030204" pitchFamily="34" charset="0"/>
              </a:rPr>
              <a:t>Supervised learning – Regression:</a:t>
            </a:r>
          </a:p>
          <a:p>
            <a:pPr marL="431800" lvl="1" indent="0">
              <a:buNone/>
            </a:pPr>
            <a:r>
              <a:rPr lang="en-US" dirty="0">
                <a:ea typeface="Verdana"/>
                <a:cs typeface="Calibri" panose="020F0502020204030204" pitchFamily="34" charset="0"/>
              </a:rPr>
              <a:t>Non-parametric regression / Neural Networks / Random forest. </a:t>
            </a:r>
          </a:p>
          <a:p>
            <a:pPr marL="431800" lvl="1" indent="0">
              <a:buNone/>
            </a:pPr>
            <a:endParaRPr lang="en-US" dirty="0">
              <a:cs typeface="Calibri" panose="020F0502020204030204" pitchFamily="34" charset="0"/>
            </a:endParaRPr>
          </a:p>
          <a:p>
            <a:pPr marL="179705" indent="-179705" algn="just"/>
            <a:endParaRPr lang="en-US" dirty="0"/>
          </a:p>
          <a:p>
            <a:pPr marL="179705" indent="-179705" algn="just"/>
            <a:endParaRPr lang="en-US" dirty="0"/>
          </a:p>
          <a:p>
            <a:pPr marL="179705" indent="-179705" algn="just"/>
            <a:endParaRPr lang="en-US" dirty="0"/>
          </a:p>
          <a:p>
            <a:pPr marL="0" indent="0" algn="just">
              <a:buNone/>
            </a:pPr>
            <a:endParaRPr lang="en-US" dirty="0"/>
          </a:p>
        </p:txBody>
      </p:sp>
      <p:sp>
        <p:nvSpPr>
          <p:cNvPr id="5" name="Slide Number Placeholder 4">
            <a:extLst>
              <a:ext uri="{FF2B5EF4-FFF2-40B4-BE49-F238E27FC236}">
                <a16:creationId xmlns:a16="http://schemas.microsoft.com/office/drawing/2014/main" id="{5D07FA6F-DD72-E253-5D1D-ACD3CC4C536B}"/>
              </a:ext>
            </a:extLst>
          </p:cNvPr>
          <p:cNvSpPr>
            <a:spLocks noGrp="1"/>
          </p:cNvSpPr>
          <p:nvPr>
            <p:ph type="sldNum" sz="quarter" idx="12"/>
          </p:nvPr>
        </p:nvSpPr>
        <p:spPr/>
        <p:txBody>
          <a:bodyPr/>
          <a:lstStyle/>
          <a:p>
            <a:fld id="{5D1E5300-FC0F-4317-A193-EF6CE9E6F7B5}" type="slidenum">
              <a:rPr lang="en-GB" smtClean="0"/>
              <a:pPr/>
              <a:t>8</a:t>
            </a:fld>
            <a:r>
              <a:rPr lang="en-GB"/>
              <a:t>  |  </a:t>
            </a:r>
            <a:endParaRPr lang="en-GB" noProof="0"/>
          </a:p>
        </p:txBody>
      </p:sp>
      <p:pic>
        <p:nvPicPr>
          <p:cNvPr id="7" name="Picture 6">
            <a:extLst>
              <a:ext uri="{FF2B5EF4-FFF2-40B4-BE49-F238E27FC236}">
                <a16:creationId xmlns:a16="http://schemas.microsoft.com/office/drawing/2014/main" id="{CC14B6D7-B583-D084-A0FA-5F99EB943B88}"/>
              </a:ext>
            </a:extLst>
          </p:cNvPr>
          <p:cNvPicPr>
            <a:picLocks noChangeAspect="1"/>
          </p:cNvPicPr>
          <p:nvPr/>
        </p:nvPicPr>
        <p:blipFill>
          <a:blip r:embed="rId3"/>
          <a:stretch>
            <a:fillRect/>
          </a:stretch>
        </p:blipFill>
        <p:spPr>
          <a:xfrm>
            <a:off x="2676135" y="1915965"/>
            <a:ext cx="1293142" cy="498474"/>
          </a:xfrm>
          <a:prstGeom prst="rect">
            <a:avLst/>
          </a:prstGeom>
        </p:spPr>
      </p:pic>
      <p:pic>
        <p:nvPicPr>
          <p:cNvPr id="4" name="Picture 2" descr="Paper Post-it note Download - Notes note png download - 1886*1806 ...">
            <a:extLst>
              <a:ext uri="{FF2B5EF4-FFF2-40B4-BE49-F238E27FC236}">
                <a16:creationId xmlns:a16="http://schemas.microsoft.com/office/drawing/2014/main" id="{30C52C60-EA7D-98C7-C728-CC9AC47F2EC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088" t="5107" r="8377" b="4708"/>
          <a:stretch/>
        </p:blipFill>
        <p:spPr bwMode="auto">
          <a:xfrm>
            <a:off x="9363400" y="586555"/>
            <a:ext cx="1831276" cy="19123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7920369-5B30-5A27-EF87-26511EC8DA8B}"/>
              </a:ext>
            </a:extLst>
          </p:cNvPr>
          <p:cNvSpPr txBox="1"/>
          <p:nvPr/>
        </p:nvSpPr>
        <p:spPr>
          <a:xfrm>
            <a:off x="9639861" y="1327293"/>
            <a:ext cx="1380004" cy="430887"/>
          </a:xfrm>
          <a:prstGeom prst="rect">
            <a:avLst/>
          </a:prstGeom>
          <a:noFill/>
        </p:spPr>
        <p:txBody>
          <a:bodyPr wrap="square">
            <a:spAutoFit/>
          </a:bodyPr>
          <a:lstStyle/>
          <a:p>
            <a:pPr marL="171450" indent="-171450" algn="ctr">
              <a:buFont typeface="Arial" panose="020B0604020202020204" pitchFamily="34" charset="0"/>
              <a:buChar char="•"/>
            </a:pPr>
            <a:r>
              <a:rPr lang="nb-NO" sz="1100" b="0" i="0" dirty="0">
                <a:solidFill>
                  <a:srgbClr val="000000"/>
                </a:solidFill>
                <a:effectLst/>
              </a:rPr>
              <a:t>Noa Luzinski</a:t>
            </a:r>
            <a:r>
              <a:rPr lang="nb-NO" sz="1100" dirty="0">
                <a:solidFill>
                  <a:srgbClr val="000000"/>
                </a:solidFill>
              </a:rPr>
              <a:t>.</a:t>
            </a:r>
            <a:endParaRPr lang="nb-NO" sz="1100" b="0" i="0" dirty="0">
              <a:solidFill>
                <a:srgbClr val="000000"/>
              </a:solidFill>
              <a:effectLst/>
            </a:endParaRPr>
          </a:p>
          <a:p>
            <a:pPr marL="171450" indent="-171450" algn="ctr">
              <a:buFont typeface="Arial" panose="020B0604020202020204" pitchFamily="34" charset="0"/>
              <a:buChar char="•"/>
            </a:pPr>
            <a:r>
              <a:rPr lang="en-US" sz="1100" dirty="0"/>
              <a:t>Aliona Potilitsina.</a:t>
            </a:r>
          </a:p>
        </p:txBody>
      </p:sp>
      <p:sp>
        <p:nvSpPr>
          <p:cNvPr id="9" name="TextBox 8">
            <a:extLst>
              <a:ext uri="{FF2B5EF4-FFF2-40B4-BE49-F238E27FC236}">
                <a16:creationId xmlns:a16="http://schemas.microsoft.com/office/drawing/2014/main" id="{21092C02-DAA1-7E7D-7D52-4562DC49FB5E}"/>
              </a:ext>
            </a:extLst>
          </p:cNvPr>
          <p:cNvSpPr txBox="1"/>
          <p:nvPr/>
        </p:nvSpPr>
        <p:spPr>
          <a:xfrm>
            <a:off x="465697" y="5780903"/>
            <a:ext cx="11535803" cy="584775"/>
          </a:xfrm>
          <a:prstGeom prst="rect">
            <a:avLst/>
          </a:prstGeom>
          <a:noFill/>
        </p:spPr>
        <p:txBody>
          <a:bodyPr wrap="square" rtlCol="0">
            <a:spAutoFit/>
          </a:bodyPr>
          <a:lstStyle/>
          <a:p>
            <a:pPr marL="285750" indent="-285750">
              <a:buFont typeface="Arial" panose="020B0604020202020204" pitchFamily="34" charset="0"/>
              <a:buChar char="•"/>
            </a:pPr>
            <a:r>
              <a:rPr lang="en-US" sz="1600" b="1" dirty="0"/>
              <a:t>Dataset: </a:t>
            </a:r>
            <a:r>
              <a:rPr lang="nb-NO" sz="1600" dirty="0" err="1">
                <a:hlinkClick r:id="rId5"/>
              </a:rPr>
              <a:t>IFP_ML_Miniprojects</a:t>
            </a:r>
            <a:r>
              <a:rPr lang="nb-NO" sz="1600" dirty="0">
                <a:hlinkClick r:id="rId5"/>
              </a:rPr>
              <a:t>/03_well_log_based_reservoir_property_estimation/00_data at </a:t>
            </a:r>
            <a:r>
              <a:rPr lang="nb-NO" sz="1600" dirty="0" err="1">
                <a:hlinkClick r:id="rId5"/>
              </a:rPr>
              <a:t>main</a:t>
            </a:r>
            <a:r>
              <a:rPr lang="nb-NO" sz="1600" dirty="0">
                <a:hlinkClick r:id="rId5"/>
              </a:rPr>
              <a:t> · </a:t>
            </a:r>
            <a:r>
              <a:rPr lang="nb-NO" sz="1600" dirty="0" err="1">
                <a:hlinkClick r:id="rId5"/>
              </a:rPr>
              <a:t>vescequi</a:t>
            </a:r>
            <a:r>
              <a:rPr lang="nb-NO" sz="1600" dirty="0">
                <a:hlinkClick r:id="rId5"/>
              </a:rPr>
              <a:t>/</a:t>
            </a:r>
            <a:r>
              <a:rPr lang="nb-NO" sz="1600" dirty="0" err="1">
                <a:hlinkClick r:id="rId5"/>
              </a:rPr>
              <a:t>IFP_ML_Miniprojects</a:t>
            </a:r>
            <a:r>
              <a:rPr lang="nb-NO" sz="1600" dirty="0">
                <a:hlinkClick r:id="rId5"/>
              </a:rPr>
              <a:t> (github.com)</a:t>
            </a:r>
            <a:endParaRPr lang="en-US" sz="1600" b="1" dirty="0"/>
          </a:p>
        </p:txBody>
      </p:sp>
    </p:spTree>
    <p:extLst>
      <p:ext uri="{BB962C8B-B14F-4D97-AF65-F5344CB8AC3E}">
        <p14:creationId xmlns:p14="http://schemas.microsoft.com/office/powerpoint/2010/main" val="1220038807"/>
      </p:ext>
    </p:extLst>
  </p:cSld>
  <p:clrMapOvr>
    <a:masterClrMapping/>
  </p:clrMapOvr>
</p:sld>
</file>

<file path=ppt/theme/theme1.xml><?xml version="1.0" encoding="utf-8"?>
<a:theme xmlns:a="http://schemas.openxmlformats.org/drawingml/2006/main" name="Office-tema">
  <a:themeElements>
    <a:clrScheme name="Equinor palette">
      <a:dk1>
        <a:srgbClr val="333333"/>
      </a:dk1>
      <a:lt1>
        <a:srgbClr val="FFFFFF"/>
      </a:lt1>
      <a:dk2>
        <a:srgbClr val="7D0023"/>
      </a:dk2>
      <a:lt2>
        <a:srgbClr val="E0E4E7"/>
      </a:lt2>
      <a:accent1>
        <a:srgbClr val="243746"/>
      </a:accent1>
      <a:accent2>
        <a:srgbClr val="007079"/>
      </a:accent2>
      <a:accent3>
        <a:srgbClr val="DFF5FF"/>
      </a:accent3>
      <a:accent4>
        <a:srgbClr val="E6FAEC"/>
      </a:accent4>
      <a:accent5>
        <a:srgbClr val="FFE7D6"/>
      </a:accent5>
      <a:accent6>
        <a:srgbClr val="FF1243"/>
      </a:accent6>
      <a:hlink>
        <a:srgbClr val="7D0023"/>
      </a:hlink>
      <a:folHlink>
        <a:srgbClr val="7D0023"/>
      </a:folHlink>
    </a:clrScheme>
    <a:fontScheme name="Equinor">
      <a:majorFont>
        <a:latin typeface="Equinor Medium"/>
        <a:ea typeface=""/>
        <a:cs typeface=""/>
      </a:majorFont>
      <a:minorFont>
        <a:latin typeface="Equino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quinor corporate template .potx" id="{B6C8F20C-A55D-4B51-85F8-5BA516B42600}" vid="{DE1C57A0-6917-4810-8DA9-139330FF18EA}"/>
    </a:ext>
  </a:extLst>
</a:theme>
</file>

<file path=ppt/theme/theme2.xml><?xml version="1.0" encoding="utf-8"?>
<a:theme xmlns:a="http://schemas.openxmlformats.org/drawingml/2006/main" name="Custom Design">
  <a:themeElements>
    <a:clrScheme name="Equinor palette">
      <a:dk1>
        <a:srgbClr val="333333"/>
      </a:dk1>
      <a:lt1>
        <a:srgbClr val="FFFFFF"/>
      </a:lt1>
      <a:dk2>
        <a:srgbClr val="7D0023"/>
      </a:dk2>
      <a:lt2>
        <a:srgbClr val="E0E4E7"/>
      </a:lt2>
      <a:accent1>
        <a:srgbClr val="243746"/>
      </a:accent1>
      <a:accent2>
        <a:srgbClr val="007079"/>
      </a:accent2>
      <a:accent3>
        <a:srgbClr val="DFF5FF"/>
      </a:accent3>
      <a:accent4>
        <a:srgbClr val="E6FAEC"/>
      </a:accent4>
      <a:accent5>
        <a:srgbClr val="FFE7D6"/>
      </a:accent5>
      <a:accent6>
        <a:srgbClr val="FF1243"/>
      </a:accent6>
      <a:hlink>
        <a:srgbClr val="7D0023"/>
      </a:hlink>
      <a:folHlink>
        <a:srgbClr val="7D0023"/>
      </a:folHlink>
    </a:clrScheme>
    <a:fontScheme name="Equinor">
      <a:majorFont>
        <a:latin typeface="Equinor Medium"/>
        <a:ea typeface=""/>
        <a:cs typeface=""/>
      </a:majorFont>
      <a:minorFont>
        <a:latin typeface="Equino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quinor corporate template .potx" id="{B6C8F20C-A55D-4B51-85F8-5BA516B42600}" vid="{BEE2C9F1-0DB0-4CD9-A9A1-98FA32C8718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aa4a235-b6e2-48d5-9195-7fcf05b459b0}" enabled="0" method="" siteId="{3aa4a235-b6e2-48d5-9195-7fcf05b459b0}" removed="1"/>
</clbl:labelList>
</file>

<file path=docProps/app.xml><?xml version="1.0" encoding="utf-8"?>
<Properties xmlns="http://schemas.openxmlformats.org/officeDocument/2006/extended-properties" xmlns:vt="http://schemas.openxmlformats.org/officeDocument/2006/docPropsVTypes">
  <Template>Equinor corporate template </Template>
  <TotalTime>52</TotalTime>
  <Words>1002</Words>
  <Application>Microsoft Office PowerPoint</Application>
  <PresentationFormat>Widescreen</PresentationFormat>
  <Paragraphs>92</Paragraphs>
  <Slides>8</Slides>
  <Notes>3</Notes>
  <HiddenSlides>2</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8</vt:i4>
      </vt:variant>
    </vt:vector>
  </HeadingPairs>
  <TitlesOfParts>
    <vt:vector size="19" baseType="lpstr">
      <vt:lpstr>Calibri</vt:lpstr>
      <vt:lpstr>Courier New</vt:lpstr>
      <vt:lpstr>Verdana</vt:lpstr>
      <vt:lpstr>Arial</vt:lpstr>
      <vt:lpstr>Wingdings</vt:lpstr>
      <vt:lpstr>Equinor Light</vt:lpstr>
      <vt:lpstr>Equinor Medium</vt:lpstr>
      <vt:lpstr>Equinor</vt:lpstr>
      <vt:lpstr>Courier New,monospace</vt:lpstr>
      <vt:lpstr>Office-tema</vt:lpstr>
      <vt:lpstr>Custom Design</vt:lpstr>
      <vt:lpstr>EQUINOR – IFP collaboration: Machine Learning Miniprojects</vt:lpstr>
      <vt:lpstr>Project: Production forecast using data-driven techniques</vt:lpstr>
      <vt:lpstr>Proposed Workflow</vt:lpstr>
      <vt:lpstr>Where to start?</vt:lpstr>
      <vt:lpstr>PowerPoint Presentation</vt:lpstr>
      <vt:lpstr>EQUINOR – IFP collaboration: Machine Learning Miniprojects</vt:lpstr>
      <vt:lpstr>PowerPoint Presentation</vt:lpstr>
      <vt:lpstr>Project: 2021 SPWLA Well-log based reservoir property estimation with machine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EQUINOR – IFP collaboration: Machine Learning Miniprojects</dc:title>
  <dc:creator>Maria Betania Cedeño Tepedino</dc:creator>
  <cp:lastModifiedBy>Victor Adolfo Escobar Betancourt</cp:lastModifiedBy>
  <cp:revision>2</cp:revision>
  <dcterms:created xsi:type="dcterms:W3CDTF">2024-01-19T09:17:23Z</dcterms:created>
  <dcterms:modified xsi:type="dcterms:W3CDTF">2026-01-20T17:44:44Z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Internal</vt:lpwstr>
  </property>
</Properties>
</file>